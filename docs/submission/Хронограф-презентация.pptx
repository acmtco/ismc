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детектируем технику на камере. Мы переводим видеопоток в машино-часы — единицу, в которой написан календарный график и смета.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получены на отложенной выборке обучающего набора. Полное покрытие всех двенадцати классов — задача до финальной сдачи.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слайд показываем намеренно. Ложное отклонение стоит дороже пропущенного — та же логика применена и к тому, что мы утверждаем о себе.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ХРОНОГРАФ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  →  машино-часы  →  отклонения от графика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794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Автоматизированный сервис поиска нарушений на строительных площадках Москвы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6235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№7  ·  Департамент градостроительной политики города Москвы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CyberCrew  ·  капитан Сафин Аскар Айдарович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Контроль стройки идёт вручную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583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rgbClr val="FDF0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0253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81965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Прораб смотрит камеры глазами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16712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площадок, тысячи снимков в сутки. Просмотреть всё физически невозможно.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6583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rgbClr val="FDF0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198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23697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подрядчика — его слово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8444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Проверить, действительно ли техника была на объекте, нечем.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6583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754880"/>
            <a:ext cx="548640" cy="548640"/>
          </a:xfrm>
          <a:prstGeom prst="ellipse">
            <a:avLst/>
          </a:prstGeom>
          <a:solidFill>
            <a:srgbClr val="FDF0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83717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65429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Отставание видно поздно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0176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Срыв срока обнаруживается, когда исправлять его уже дорого.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98080" y="1600200"/>
            <a:ext cx="4114800" cy="3977640"/>
          </a:xfrm>
          <a:prstGeom prst="roundRect">
            <a:avLst>
              <a:gd name="adj" fmla="val 1839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863840" y="21945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Снимки с камер уже содержат</a:t>
            </a:r>
            <a:endParaRPr lang="en-US" sz="20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объективный ответ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291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какая техника на объекте, где она стоит и работает ли она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4343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просто никто не читает машинно.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ИДЕЯ РЕШЕНИЯ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Машино-час — общий язык камеры и сметы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отвечаем «техника есть / техники нет». Мы переводим снимки в машино-часы — ту самую единицу, в которой уже написан календарный график и смета. Дальше план и факт сравниваются напрямую.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27248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с камеры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в 10–20 минут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31089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816352" y="251460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99232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3127248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класс, положение,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зона на площадке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31089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084064" y="251460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3127248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/ простой /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приколе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095744" y="31089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7351776" y="251460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34656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Машино-часы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534656" y="3127248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сутки × зона ×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техники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363456" y="31089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619488" y="251460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02368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Отклонение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802368" y="3127248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vs факт,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прогноз, рубли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DF0D5"/>
          </a:solidFill>
          <a:ln w="12700">
            <a:solidFill>
              <a:srgbClr val="FDF0D5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14400" y="48280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важно: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8006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машино-часы дают накопительный итог, а значит — индекс выполнения по срокам, прогноз даты завершения и ответ на вопрос «сколько техники добавить, чтобы успеть».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слоя, связанные контрактами данных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72768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1518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922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Восприятие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services/perception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79222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кадра · YOLO11 · BoT-SORT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зоны · состояние техники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19385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отдаёт:  detections.jsonl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74320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E8EC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626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services/analytics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96265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машино-часы · ресурсный отпечаток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Р0–Р4 · прогноз · экономика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отдаёт:  machine_hours · deviations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1363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913632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E8EC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330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services/api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41330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12 эндпоинтов · планировщик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PostgreSQL · PDF-акты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42793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отдаёт:  REST + SSE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508406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84064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E8EC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03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6327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53035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экранов, тёмная тема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544982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отдаёт:  то, что видит прораб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Контракты зафиксированы в docs/02-data-contract.md. Любой слой запускается и тестируется отдельно — без камеры, GPU и интернета.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ОБНАРУЖЕНИЕ ТЕХНИКИ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одного кадра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475488" cy="47548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37944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8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8249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кадра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70078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Размытие, ночь, залепленный объектив. Оценка ниже 0.5 — кадр не идёт в расчёт.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475488" cy="475488"/>
          </a:xfrm>
          <a:prstGeom prst="ellipse">
            <a:avLst/>
          </a:prstGeom>
          <a:solidFill>
            <a:srgbClr val="1518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624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64261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YOLO11, 12 классов техники. Восемь классов ТЗ покрыты полностью.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39312"/>
            <a:ext cx="475488" cy="475488"/>
          </a:xfrm>
          <a:prstGeom prst="ellipse">
            <a:avLst/>
          </a:prstGeom>
          <a:solidFill>
            <a:srgbClr val="1518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21608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566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Трекинг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8444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BoT-SORT плюс собственная склейка разрывов: снимки редкие, соседних кадров нет.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81144"/>
            <a:ext cx="475488" cy="475488"/>
          </a:xfrm>
          <a:prstGeom prst="ellipse">
            <a:avLst/>
          </a:prstGeom>
          <a:solidFill>
            <a:srgbClr val="1518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6344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50799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Привязка к зоне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45262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точке опоры — центру нижней грани рамки. Стрела крана висит над одной зоной, стоит он в другой.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522976"/>
            <a:ext cx="475488" cy="475488"/>
          </a:xfrm>
          <a:prstGeom prst="ellipse">
            <a:avLst/>
          </a:prstGeom>
          <a:solidFill>
            <a:srgbClr val="1518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605272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44982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546811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Оптический поток, дисперсия HSV, смещение рамки → работает / простой / на приколе.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626364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FDF0D5"/>
          </a:solidFill>
          <a:ln w="12700">
            <a:solidFill>
              <a:srgbClr val="FDF0D5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Припаркованная техника и нераспознанное состояние в машино-часы не засчитываются вовсе — лучше недосчитать, чем приписать.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Детектор работает на реальных снимках</a:t>
            </a:r>
            <a:endParaRPr lang="en-US" sz="3200" dirty="0"/>
          </a:p>
        </p:txBody>
      </p:sp>
      <p:pic>
        <p:nvPicPr>
          <p:cNvPr id="4" name="Image 0" descr="/Users/acmtco/Desktop/Claude Code/Интеллектуальная система мониторинга строительной площадки(7)/hronograf/docs/img/demo/detect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6766560" cy="4434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53328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 московской площадки из набора ДГП. Модель этого кадра при обучении не видела.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589520" y="1572768"/>
            <a:ext cx="4023360" cy="443484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909560" y="18288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YOLO11n, дообучение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1579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открытом размеченном наборе строительной техники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7432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0.995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на отложенной выборке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38862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0.905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544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mAP@50-95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50292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5687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полнота (recall)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60533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воспроизводится одной командой: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scripts/train_detector.py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СОПОСТАВЛЕНИЕ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снимок связывается с этапом графика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Ресурсный отпечаток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Методика «этап работ → необходимая техника»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871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487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экскаватор  1–2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8163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вспомогательная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самосвал 2–5, бульдозер 0–1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145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запрещена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1455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башенный кран, бетононасос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4747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ритм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474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рейсов самосвала за смену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572768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похожести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2176272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  = Σ min(факт, типично) / Σ типично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 = Σ запрещённой / Σ всей техники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match_score =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0.55·cover + 0.25·ритм + 0.20·(1 − excess)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Плановые машино-часы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572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берутся из графика напрямую, а если их там нет — выводятся из объёма работ и норм выработки:   planned_mh = объём / норма_на_машино-час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4864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DF0D5"/>
          </a:solidFill>
          <a:ln w="12700">
            <a:solidFill>
              <a:srgbClr val="FDF0D5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68680" y="5669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графика: XLSX и MS Project XML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9710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распознаются нечётким сопоставлением по словарю синонимов — «Наименование работ», «Объём», «Захватка» и десятки других вариантов написания.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ВЫЯВЛЕНИЕ ОТКЛОНЕНИЙ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правил, один диагноз на сутки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72768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8B93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739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Р0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9222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Низкое доверие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1810512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за сутки не хватает или качество кадров низкое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1810512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отклонение НЕ формируется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441448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426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18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Р1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66090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Ресурсный дефицит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679192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ниже 70 % плана два и более суток подряд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679192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срыв темпа работ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1012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310128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5112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18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Р2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52958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3547872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 на объекте есть, но коэффициент использования ≤ 0.5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3547872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 горят впустую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17880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178808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E54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3799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18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Р3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39826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Несоответствие фронта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4416552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техники не совпадает с этапом графика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0" y="4416552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работают не то, что по плану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474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5047488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E54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24865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18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Р4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266944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Тишина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5285232"/>
            <a:ext cx="4663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 не зафиксирована два и более суток при хорошем покрытии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69680" y="5285232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не идут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 при конфликте:  Р0 › Р4 › Р1 › Р3 › Р2.  Один явный диагноз на сутки честнее нескольких противоречащих.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Каждое отклонение объяснимо</a:t>
            </a:r>
            <a:endParaRPr lang="en-US" sz="3200" dirty="0"/>
          </a:p>
        </p:txBody>
      </p:sp>
      <p:pic>
        <p:nvPicPr>
          <p:cNvPr id="4" name="Image 0" descr="/Users/acmtco/Desktop/Claude Code/Интеллектуальная система мониторинга строительной площадки(7)/hronograf/docs/img/demo/ui_devi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7772400" cy="24780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95360" y="1572768"/>
            <a:ext cx="3017520" cy="2478024"/>
          </a:xfrm>
          <a:prstGeom prst="roundRect">
            <a:avLst>
              <a:gd name="adj" fmla="val 2952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86968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карточке обязаны быть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915400" y="219456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плана и факта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на строку графика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кадры-улики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доверия к данным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на русском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«не согласен»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868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Формулировка, которую поймёт прораб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8006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 графику в Z-FRAME должна идти работа frame_assembly, но техника не зафиксирована 2 суток подряд.»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Рекомендация: связаться с подрядчиком, подтвердить причину отсутствия техники.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DF0D5"/>
          </a:solidFill>
          <a:ln w="12700">
            <a:solidFill>
              <a:srgbClr val="FDF0D5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68680" y="59893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любому отклонению формируется PDF-акт, который можно приложить к переписке с подрядчиком.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экранов</a:t>
            </a:r>
            <a:endParaRPr lang="en-US" sz="3200" dirty="0"/>
          </a:p>
        </p:txBody>
      </p:sp>
      <p:pic>
        <p:nvPicPr>
          <p:cNvPr id="4" name="Image 0" descr="/Users/acmtco/Desktop/Claude Code/Интеллектуальная система мониторинга строительной площадки(7)/hronograf/docs/img/demo/ui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1993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64845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График: план vs факт, SPI, прогноз завершения, «машина времени»</a:t>
            </a:r>
            <a:endParaRPr lang="en-US" sz="1150" dirty="0"/>
          </a:p>
        </p:txBody>
      </p:sp>
      <p:pic>
        <p:nvPicPr>
          <p:cNvPr id="6" name="Image 1" descr="/Users/acmtco/Desktop/Claude Code/Интеллектуальная система мониторинга строительной площадки(7)/hronograf/docs/img/demo/ui_econom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19933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0" y="364845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коэффициент использования техники, потери от простоя в рублях</a:t>
            </a:r>
            <a:endParaRPr lang="en-US" sz="1150" dirty="0"/>
          </a:p>
        </p:txBody>
      </p:sp>
      <p:pic>
        <p:nvPicPr>
          <p:cNvPr id="8" name="Image 2" descr="/Users/acmtco/Desktop/Claude Code/Интеллектуальная система мониторинга строительной площадки(7)/hronograf/docs/img/demo/ui_li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5394960" cy="1691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59070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сейчас: кадр с рамками, состав техники, доверие к данным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6217920" y="41605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6537960" y="4370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— мастер из трёх шагов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6583680" y="4754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камеры (RTSP, HLS, папка)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 зон выполнения работ на кадре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календарного графика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ОБОСНОВАНИЕ ВЫБОРА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именно эти инструменты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 (ultralytics)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93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техники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700784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компромисс скорости и качества на CPU. Дообучается на малом наборе, работает без GPU — важно, потому что решение должно запускаться на обычном ноутбуке.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26334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BoT-SORT + своя склейка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352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Трекинг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642616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Штатный трекер связывает соседние кадры видео. У нас снимки раз в 10–20 минут, поэтому треки склеиваются по времени и расстоянию.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56432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35753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Логистическая регрессия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8770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 техники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58444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Признаков четыре, данных немного. Простая модель обучается за секунды, её решение можно объяснить — в отличие от нейросети.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398264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45171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Pydantic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8188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45262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OpenAPI генерируется из кода и служит документацией. Типизированный клиент фронтенда собирается из неё же.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40096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54589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PostgreSQL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760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Хранилище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46811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запускается без внешней базы; переход на PostgreSQL — смена одной переменной окружения.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порога в коде: все параметры правил вынесены в config/*.yaml — методику можно править без программиста.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ОЦЕНКА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работает, а что ещё нет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72768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3F5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и проверено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 автотестов проходят, линтер чист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Детектор: mAP@50 = 0.995 на отложенной выборке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Р3 и Р4 — точность и полнота 1.00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графика из XLSX и MS Project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срыва срока и обратная задача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потерь от простоя в рублях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PDF-акты по отклонениям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572768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572768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DF0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Ещё предстоит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2860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Детектор обучен не на все двенадцать классов — нужна разметка снимков ДГП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Классификатор состояния завышает активность на реальных пикселях, из-за чего Р1 и Р2 пока срабатывают хуже Р3 и Р4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Ресурсные отпечатки заданы для семи обобщённых видов работ; в справочнике ДГП их 380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Ставки машино-часа требуют сверки с проверяемым источником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60807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числа в проекте берутся только из прогона scripts/eval_end2end.py. Чего нет в отчёте — того мы не называем.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ставить камеры, чтобы аналитика была достоверной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 не должна двигаться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1226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Зоны заданы полигонами в пикселях. Сдвинулась камера — машино-часы пойдут не в ту работу, и система не заметит подмены.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783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Угол 25–45°, высота 8–20 м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1226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Съёмка сверху вниз разносит технику по кадру. Точка опоры не уходит за чужой силуэт.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172968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33558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 от 40×40 пикселей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8503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экскаватора при Full HD это дальность до 80–100 метров.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172968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37960" y="33558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10–20 минут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368503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Чаще — рост стоимости без выигрыша в точности. Реже — получасовая работа останется незамеченной.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45736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49286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 на въезде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2578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точка на ворота даёт подсчёт рейсов самосвалов — это ритм в ресурсном отпечатке.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745736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49286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ИК-подсветка и чистый объектив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52578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подсветки ночная смена не попадёт в машино-часы. Пыль на объективе система обнаружит сама, но чистить придётся руками.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Достоверность определяется не столько моделью, сколько дисциплиной съёмки: модель можно дообучить, а сдвинутую камеру за прошедший месяц — уже нет.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 И РАЗВИТИЕ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Куда это растёт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15181E"/>
          </a:solidFill>
          <a:ln w="12700">
            <a:solidFill>
              <a:srgbClr val="15181E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обработки уже позволяет городской масштаб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7627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интервале 20 минут одна камера даёт около 35 кадров в сутки — на три порядка меньше, чем у систем, анализирующих поток 25 кадров в секунду. Вся не-детекторная часть конвейера обрабатывает камеро-сутки за доли секунды.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3657600"/>
            <a:ext cx="457200" cy="109728"/>
          </a:xfrm>
          <a:prstGeom prst="roundRect">
            <a:avLst>
              <a:gd name="adj" fmla="val 41667"/>
            </a:avLst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9136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Горизонтально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2976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камеры добавляются записями в справочнике. Логика от их числа не зависит.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342900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03320" y="3657600"/>
            <a:ext cx="457200" cy="109728"/>
          </a:xfrm>
          <a:prstGeom prst="roundRect">
            <a:avLst>
              <a:gd name="adj" fmla="val 41667"/>
            </a:avLst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03320" y="39136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Вглубь методики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2976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справочник работ ДГП — 380 позиций вместо семи обобщённых видов.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342900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37960" y="3657600"/>
            <a:ext cx="457200" cy="109728"/>
          </a:xfrm>
          <a:prstGeom prst="roundRect">
            <a:avLst>
              <a:gd name="adj" fmla="val 41667"/>
            </a:avLst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136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источники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2976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Фотофиксация прорабов с телефона, съёмка с БПЛА — тот же контракт кадра.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342900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12700" dir="5400000">
              <a:srgbClr val="9AA4B2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3657600"/>
            <a:ext cx="457200" cy="109728"/>
          </a:xfrm>
          <a:prstGeom prst="roundRect">
            <a:avLst>
              <a:gd name="adj" fmla="val 41667"/>
            </a:avLst>
          </a:prstGeom>
          <a:solidFill>
            <a:srgbClr val="F5A5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72600" y="39136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72600" y="42976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отклонений в систему управления проектами заказчика; API уже готов.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 честно: узкое место масштаба — не архитектура, а разметка обучающих данных под новые классы техники.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60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детектора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17373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560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проходят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7373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560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 техники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89720" y="17373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189720" y="2560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 отклонений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E2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361188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B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детектируем технику на камере.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023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Мы превращаем видеопоток в машино-часы — и сверяем их с графиком.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github.com/acmtco/ISMC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CyberCrew  ·  Сафин Аскар Айдарович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Хронограф</dc:title>
  <dc:subject>PptxGenJS Presentation</dc:subject>
  <dc:creator>CyberCrew</dc:creator>
  <cp:lastModifiedBy>CyberCrew</cp:lastModifiedBy>
  <cp:revision>1</cp:revision>
  <dcterms:created xsi:type="dcterms:W3CDTF">2026-09-29T18:34:09Z</dcterms:created>
  <dcterms:modified xsi:type="dcterms:W3CDTF">2026-09-29T18:34:09Z</dcterms:modified>
</cp:coreProperties>
</file>