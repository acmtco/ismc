
<file path=[Content_Types].xml><?xml version="1.0" encoding="utf-8"?>
<Types xmlns="http://schemas.openxmlformats.org/package/2006/content-types">
  <Default Extension="jpg" ContentType="image/jpeg"/>
  <Default Extension="png" ContentType="image/pn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charts/colors1.xml" ContentType="application/vnd.ms-office.chartcolorstyle+xml"/>
  <Override PartName="/ppt/charts/style1.xml" ContentType="application/vnd.ms-office.chartstyle+xml"/>
  <Override PartName="/ppt/notesMasters/notesMaster1.xml" ContentType="application/vnd.openxmlformats-officedocument.presentationml.notesMaster+xml"/>
  <Override PartName="/ppt/notesSlides/notesSlide11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4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officeDocument/2006/relationships/extended-properties" Target="docProps/app.xml"/><Relationship Id="rId3" Type="http://schemas.openxmlformats.org/package/2006/relationships/metadata/core-properties" Target="docProps/core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saveSubsetFonts="1">
  <p:sldMasterIdLst>
    <p:sldMasterId id="2147483648" r:id="rId1"/>
  </p:sldMasterIdLst>
  <p:notesMasterIdLst>
    <p:notesMasterId r:id="rId41"/>
  </p:notesMasterIdLst>
  <p:sldIdLst>
    <p:sldId id="269" r:id="rId17"/>
    <p:sldId id="266" r:id="rId14"/>
    <p:sldId id="275" r:id="rId23"/>
    <p:sldId id="274" r:id="rId22"/>
    <p:sldId id="273" r:id="rId21"/>
    <p:sldId id="295" r:id="rId47"/>
    <p:sldId id="268" r:id="rId16"/>
    <p:sldId id="294" r:id="rId46"/>
    <p:sldId id="271" r:id="rId19"/>
    <p:sldId id="272" r:id="rId20"/>
    <p:sldId id="276" r:id="rId24"/>
    <p:sldId id="293" r:id="rId45"/>
    <p:sldId id="296" r:id="rId48"/>
    <p:sldId id="279" r:id="rId27"/>
  </p:sldIdLst>
  <p:sldSz cx="12192000" cy="6858000"/>
  <p:notesSz cx="6858000" cy="9144000"/>
  <p:defaultTextStyle>
    <a:defPPr>
      <a:defRPr lang="ru-RU"/>
    </a:defPPr>
    <a:lvl1pPr marL="0" algn="l" defTabSz="914220" rtl="0">
      <a:defRPr sz="1800">
        <a:solidFill>
          <a:schemeClr val="tx1"/>
        </a:solidFill>
        <a:latin typeface="+mn-lt"/>
        <a:ea typeface="+mn-ea"/>
        <a:cs typeface="+mn-cs"/>
      </a:defRPr>
    </a:lvl1pPr>
    <a:lvl2pPr marL="457110" algn="l" defTabSz="914220" rtl="0">
      <a:defRPr sz="1800">
        <a:solidFill>
          <a:schemeClr val="tx1"/>
        </a:solidFill>
        <a:latin typeface="+mn-lt"/>
        <a:ea typeface="+mn-ea"/>
        <a:cs typeface="+mn-cs"/>
      </a:defRPr>
    </a:lvl2pPr>
    <a:lvl3pPr marL="914220" algn="l" defTabSz="914220" rtl="0">
      <a:defRPr sz="1800">
        <a:solidFill>
          <a:schemeClr val="tx1"/>
        </a:solidFill>
        <a:latin typeface="+mn-lt"/>
        <a:ea typeface="+mn-ea"/>
        <a:cs typeface="+mn-cs"/>
      </a:defRPr>
    </a:lvl3pPr>
    <a:lvl4pPr marL="1371329" algn="l" defTabSz="914220" rtl="0">
      <a:defRPr sz="1800">
        <a:solidFill>
          <a:schemeClr val="tx1"/>
        </a:solidFill>
        <a:latin typeface="+mn-lt"/>
        <a:ea typeface="+mn-ea"/>
        <a:cs typeface="+mn-cs"/>
      </a:defRPr>
    </a:lvl4pPr>
    <a:lvl5pPr marL="1828439" algn="l" defTabSz="914220" rtl="0">
      <a:defRPr sz="1800">
        <a:solidFill>
          <a:schemeClr val="tx1"/>
        </a:solidFill>
        <a:latin typeface="+mn-lt"/>
        <a:ea typeface="+mn-ea"/>
        <a:cs typeface="+mn-cs"/>
      </a:defRPr>
    </a:lvl5pPr>
    <a:lvl6pPr marL="2285549" algn="l" defTabSz="914220" rtl="0">
      <a:defRPr sz="1800">
        <a:solidFill>
          <a:schemeClr val="tx1"/>
        </a:solidFill>
        <a:latin typeface="+mn-lt"/>
        <a:ea typeface="+mn-ea"/>
        <a:cs typeface="+mn-cs"/>
      </a:defRPr>
    </a:lvl6pPr>
    <a:lvl7pPr marL="2742658" algn="l" defTabSz="914220" rtl="0">
      <a:defRPr sz="1800">
        <a:solidFill>
          <a:schemeClr val="tx1"/>
        </a:solidFill>
        <a:latin typeface="+mn-lt"/>
        <a:ea typeface="+mn-ea"/>
        <a:cs typeface="+mn-cs"/>
      </a:defRPr>
    </a:lvl7pPr>
    <a:lvl8pPr marL="3199765" algn="l" defTabSz="914220" rtl="0">
      <a:defRPr sz="1800">
        <a:solidFill>
          <a:schemeClr val="tx1"/>
        </a:solidFill>
        <a:latin typeface="+mn-lt"/>
        <a:ea typeface="+mn-ea"/>
        <a:cs typeface="+mn-cs"/>
      </a:defRPr>
    </a:lvl8pPr>
    <a:lvl9pPr marL="3656877" algn="l" defTabSz="914220" rtl="0">
      <a:defRPr sz="18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</p:showPr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slideViewPr>
    <p:cSldViewPr showGuides="1" snapToGrid="0">
      <p:cViewPr varScale="1">
        <p:scale>
          <a:sx n="112" d="100"/>
          <a:sy n="112" d="100"/>
        </p:scale>
        <p:origin x="200" y="360"/>
      </p:cViewPr>
      <p:guideLst>
        <p:guide pos="597"/>
        <p:guide pos="3591"/>
        <p:guide pos="5496"/>
        <p:guide pos="4112"/>
        <p:guide pos="393"/>
        <p:guide pos="2160" orient="horz"/>
      </p:guideLst>
    </p:cSldViewPr>
  </p:slideViewPr>
  <p:gridSpacing cx="72008" cy="72008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theme" Target="theme/theme1.xml"/><Relationship Id="rId3" Type="http://schemas.openxmlformats.org/officeDocument/2006/relationships/theme" Target="theme/theme2.xml"/><Relationship Id="rId14" Type="http://schemas.openxmlformats.org/officeDocument/2006/relationships/slide" Target="slides/slide2.xml"/><Relationship Id="rId16" Type="http://schemas.openxmlformats.org/officeDocument/2006/relationships/slide" Target="slides/slide7.xml"/><Relationship Id="rId17" Type="http://schemas.openxmlformats.org/officeDocument/2006/relationships/slide" Target="slides/slide1.xml"/><Relationship Id="rId19" Type="http://schemas.openxmlformats.org/officeDocument/2006/relationships/slide" Target="slides/slide9.xml"/><Relationship Id="rId20" Type="http://schemas.openxmlformats.org/officeDocument/2006/relationships/slide" Target="slides/slide10.xml"/><Relationship Id="rId21" Type="http://schemas.openxmlformats.org/officeDocument/2006/relationships/slide" Target="slides/slide5.xml"/><Relationship Id="rId22" Type="http://schemas.openxmlformats.org/officeDocument/2006/relationships/slide" Target="slides/slide4.xml"/><Relationship Id="rId23" Type="http://schemas.openxmlformats.org/officeDocument/2006/relationships/slide" Target="slides/slide3.xml"/><Relationship Id="rId24" Type="http://schemas.openxmlformats.org/officeDocument/2006/relationships/slide" Target="slides/slide11.xml"/><Relationship Id="rId27" Type="http://schemas.openxmlformats.org/officeDocument/2006/relationships/slide" Target="slides/slide14.xml"/><Relationship Id="rId41" Type="http://schemas.openxmlformats.org/officeDocument/2006/relationships/notesMaster" Target="notesMasters/notesMaster1.xml"/><Relationship Id="rId42" Type="http://schemas.openxmlformats.org/officeDocument/2006/relationships/presProps" Target="presProps.xml"/><Relationship Id="rId43" Type="http://schemas.openxmlformats.org/officeDocument/2006/relationships/tableStyles" Target="tableStyles.xml"/><Relationship Id="rId44" Type="http://schemas.openxmlformats.org/officeDocument/2006/relationships/viewProps" Target="viewProps.xml"/><Relationship Id="rId45" Type="http://schemas.openxmlformats.org/officeDocument/2006/relationships/slide" Target="slides/slide12.xml"/><Relationship Id="rId46" Type="http://schemas.openxmlformats.org/officeDocument/2006/relationships/slide" Target="slides/slide8.xml"/><Relationship Id="rId47" Type="http://schemas.openxmlformats.org/officeDocument/2006/relationships/slide" Target="slides/slide6.xml"/><Relationship Id="rId48" Type="http://schemas.openxmlformats.org/officeDocument/2006/relationships/slide" Target="slides/slide13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Worksheet1.xlsx"/><Relationship Id="rId2" Type="http://schemas.microsoft.com/office/2011/relationships/chartStyle" Target="style1.xml"/><Relationship Id="rId3" Type="http://schemas.microsoft.com/office/2011/relationships/chartColorStyle" Target="colors1.xml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 xmlns:mc="http://schemas.openxmlformats.org/markup-compatibility/2006" xmlns:c15="http://schemas.microsoft.com/office/drawing/2012/chart" xmlns:c14="http://schemas.microsoft.com/office/drawing/2007/8/2/chart" xmlns:c16r2="http://schemas.microsoft.com/office/drawing/2015/06/chart">
  <c:date1904 val="0"/>
  <c:lang val="ru-RU"/>
  <c:roundedCorners val="0"/>
  <mc:AlternateContent>
    <mc:Choice Requires="c14">
      <c14:style val="102"/>
    </mc:Choice>
    <mc:Fallback>
      <c:style val="2"/>
    </mc:Fallback>
  </mc:AlternateContent>
  <c:chart>
    <c:autoTitleDeleted val="1"/>
    <c:plotArea>
      <c:layout>
        <c:manualLayout>
          <c:layoutTarget val="inner"/>
          <c:xMode val="edge"/>
          <c:yMode val="edge"/>
          <c:x val="0.051688"/>
          <c:y val="0.126935"/>
          <c:w val="0.926086"/>
          <c:h val="0.667471"/>
        </c:manualLayout>
      </c:layout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Машино-часы присутствия</c:v>
                </c:pt>
              </c:strCache>
            </c:strRef>
          </c:tx>
          <c:spPr bwMode="auto">
            <a:prstGeom prst="rect">
              <a:avLst/>
            </a:prstGeom>
            <a:solidFill>
              <a:schemeClr val="accent1"/>
            </a:solidFill>
            <a:ln w="63500">
              <a:noFill/>
            </a:ln>
            <a:effectLst/>
          </c:spPr>
          <c:invertIfNegative val="0"/>
          <c:cat>
            <c:strRef>
              <c:f>Sheet1!$A$2:$A$7</c:f>
              <c:strCache>
                <c:ptCount val="6"/>
                <c:pt idx="0">
                  <c:v>Самосвал</c:v>
                </c:pt>
                <c:pt idx="1">
                  <c:v>Экскаватор</c:v>
                </c:pt>
                <c:pt idx="2">
                  <c:v>Погрузчик</c:v>
                </c:pt>
                <c:pt idx="3">
                  <c:v>Башенный кран</c:v>
                </c:pt>
                <c:pt idx="4">
                  <c:v>Автокран</c:v>
                </c:pt>
                <c:pt idx="5">
                  <c:v>Бульдозер</c:v>
                </c:pt>
              </c:strCache>
            </c: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841</c:v>
                </c:pt>
                <c:pt idx="1">
                  <c:v>344</c:v>
                </c:pt>
                <c:pt idx="2">
                  <c:v>270</c:v>
                </c:pt>
                <c:pt idx="3">
                  <c:v>268</c:v>
                </c:pt>
                <c:pt idx="4">
                  <c:v>266</c:v>
                </c:pt>
                <c:pt idx="5">
                  <c:v>220</c:v>
                </c:pt>
              </c:numCache>
            </c:numRef>
          </c:val>
        </c:ser>
        <c:dLbls>
          <c:showBubbleSize val="0"/>
          <c:showCatName val="0"/>
          <c:showLeaderLines val="0"/>
          <c:showLegendKey val="0"/>
          <c:showPercent val="0"/>
          <c:showSerName val="0"/>
          <c:showVal val="0"/>
        </c:dLbls>
        <c:gapWidth val="100"/>
        <c:overlap val="-20"/>
        <c:axId val="1688540351"/>
        <c:axId val="1173587135"/>
      </c:barChart>
      <c:catAx>
        <c:axId val="1688540351"/>
        <c:scaling>
          <c:orientation val="minMax"/>
        </c:scaling>
        <c:delete val="0"/>
        <c:axPos val="b"/>
        <c:numFmt formatCode="General" sourceLinked="1"/>
        <c:majorTickMark val="none"/>
        <c:minorTickMark val="none"/>
        <c:tickLblPos val="nextTo"/>
        <c:spPr bwMode="auto">
          <a:prstGeom prst="rect">
            <a:avLst/>
          </a:prstGeom>
          <a:noFill/>
          <a:ln w="9525" cap="flat" cmpd="sng" algn="ctr">
            <a:solidFill>
              <a:schemeClr val="tx1">
                <a:lumMod val="15000"/>
                <a:lumOff val="8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200" b="0" i="0" u="none" strike="noStrike">
                <a:solidFill>
                  <a:schemeClr val="bg1"/>
                </a:solidFill>
                <a:latin typeface="Montserrat"/>
                <a:ea typeface="Arial"/>
                <a:cs typeface="Arial"/>
              </a:defRPr>
            </a:pPr>
            <a:endParaRPr lang="ru-RU"/>
          </a:p>
        </c:txPr>
        <c:crossAx val="1173587135"/>
        <c:crosses val="autoZero"/>
        <c:auto val="1"/>
        <c:lblAlgn val="ctr"/>
        <c:lblOffset val="100"/>
        <c:noMultiLvlLbl val="0"/>
      </c:catAx>
      <c:valAx>
        <c:axId val="1173587135"/>
        <c:scaling>
          <c:orientation val="minMax"/>
        </c:scaling>
        <c:delete val="0"/>
        <c:axPos val="l"/>
        <c:majorGridlines>
          <c:spPr bwMode="auto">
            <a:prstGeom prst="rect">
              <a:avLst/>
            </a:prstGeom>
            <a:ln w="9525" cap="flat" cmpd="sng" algn="ctr">
              <a:solidFill>
                <a:schemeClr val="bg1">
                  <a:alpha val="50000"/>
                </a:schemeClr>
              </a:solidFill>
              <a:round/>
            </a:ln>
            <a:effectLst/>
          </c:spPr>
        </c:majorGridlines>
        <c:numFmt formatCode="General" sourceLinked="1"/>
        <c:majorTickMark val="none"/>
        <c:minorTickMark val="none"/>
        <c:tickLblPos val="nextTo"/>
        <c:spPr bwMode="auto">
          <a:prstGeom prst="rect">
            <a:avLst/>
          </a:prstGeom>
          <a:noFill/>
          <a:ln>
            <a:noFill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200" b="0" i="0" u="none" strike="noStrike">
                <a:solidFill>
                  <a:schemeClr val="bg1"/>
                </a:solidFill>
                <a:latin typeface="Montserrat"/>
                <a:ea typeface="Arial"/>
                <a:cs typeface="Arial"/>
              </a:defRPr>
            </a:pPr>
            <a:endParaRPr lang="ru-RU"/>
          </a:p>
        </c:txPr>
        <c:crossAx val="1688540351"/>
        <c:crosses val="autoZero"/>
        <c:crossBetween val="between"/>
        <c:majorUnit val="1.000000"/>
      </c:valAx>
      <c:spPr>
        <a:noFill/>
      </c:spPr>
    </c:plotArea>
    <c:legend>
      <c:legendPos val="b"/>
      <c:layout>
        <c:manualLayout>
          <c:xMode val="edge"/>
          <c:yMode val="edge"/>
          <c:x val="0.030341"/>
          <c:y val="0.938201"/>
          <c:w val="0.947401"/>
          <c:h val="0.061799"/>
        </c:manualLayout>
      </c:layout>
      <c:overlay val="0"/>
      <c:spPr bwMode="auto">
        <a:prstGeom prst="rect">
          <a:avLst/>
        </a:prstGeom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200" b="0" i="0" u="none" strike="noStrike">
              <a:solidFill>
                <a:schemeClr val="bg1"/>
              </a:solidFill>
              <a:latin typeface="+mn-lt"/>
              <a:ea typeface="+mn-ea"/>
              <a:cs typeface="+mn-cs"/>
            </a:defRPr>
          </a:pPr>
          <a:endParaRPr lang="ru-RU"/>
        </a:p>
      </c:txPr>
    </c:legend>
    <c:plotVisOnly val="1"/>
    <c:dispBlanksAs val="gap"/>
    <c:showDLblsOverMax val="0"/>
  </c:chart>
  <c:spPr bwMode="auto">
    <a:xfrm rot="0">
      <a:off x="346075" y="1424510"/>
      <a:ext cx="5749925" cy="4401748"/>
    </a:xfrm>
    <a:prstGeom prst="rect">
      <a:avLst/>
    </a:prstGeom>
    <a:noFill/>
    <a:ln>
      <a:noFill/>
    </a:ln>
    <a:effectLst/>
  </c:spPr>
  <c:txPr>
    <a:bodyPr/>
    <a:lstStyle/>
    <a:p>
      <a:pPr>
        <a:defRPr>
          <a:solidFill>
            <a:schemeClr val="bg1"/>
          </a:solidFill>
        </a:defRPr>
      </a:pPr>
      <a:endParaRPr lang="ru-RU"/>
    </a:p>
  </c:txPr>
  <c:externalData r:id="rId1">
    <c:autoUpdate val="1"/>
  </c:externalData>
</c:chartSpace>
</file>

<file path=ppt/charts/colors1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style1.xml><?xml version="1.0" encoding="utf-8"?>
<cs:chartStyle xmlns:cs="http://schemas.microsoft.com/office/drawing/2012/chartStyle" xmlns:a="http://schemas.openxmlformats.org/drawingml/2006/main" id="201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5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 bwMode="auto">
      <a:prstGeom prst="rect">
        <a:avLst/>
      </a:prstGeom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200"/>
  </cs:categoryAxis>
  <cs:chartArea>
    <cs:lnRef idx="0"/>
    <cs:fillRef idx="0"/>
    <cs:effectRef idx="0"/>
    <cs:fontRef idx="minor">
      <a:schemeClr val="tx1"/>
    </cs:fontRef>
    <cs:spPr bwMode="auto">
      <a:prstGeom prst="rect">
        <a:avLst/>
      </a:prstGeom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35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 bwMode="auto">
      <a:prstGeom prst="rect">
        <a:avLst/>
      </a:prstGeom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 bwMode="auto">
      <a:prstGeom prst="rect">
        <a:avLst/>
      </a:prstGeom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 bwMode="auto">
      <a:prstGeom prst="rect">
        <a:avLst/>
      </a:prstGeom>
      <a:ln w="9525">
        <a:solidFill>
          <a:schemeClr val="phClr"/>
        </a:solidFill>
      </a:ln>
    </cs:spPr>
  </cs:dataPointMarker>
  <cs:dataPointWireframe>
    <cs:lnRef idx="0">
      <cs:styleClr val="auto"/>
    </cs:lnRef>
    <cs:fillRef idx="1"/>
    <cs:effectRef idx="0"/>
    <cs:fontRef idx="minor">
      <a:schemeClr val="tx1"/>
    </cs:fontRef>
    <cs:spPr bwMode="auto">
      <a:prstGeom prst="rect">
        <a:avLst/>
      </a:prstGeom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 bwMode="auto">
      <a:prstGeom prst="rect">
        <a:avLst/>
      </a:prstGeom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200"/>
  </cs:dataTable>
  <cs:downBar>
    <cs:lnRef idx="0"/>
    <cs:fillRef idx="0"/>
    <cs:effectRef idx="0"/>
    <cs:fontRef idx="minor">
      <a:schemeClr val="dk1"/>
    </cs:fontRef>
    <cs:spPr bwMode="auto">
      <a:prstGeom prst="rect">
        <a:avLst/>
      </a:prstGeom>
      <a:solidFill>
        <a:schemeClr val="dk1">
          <a:lumMod val="65000"/>
          <a:lumOff val="35000"/>
        </a:schemeClr>
      </a:solidFill>
      <a:ln w="9525">
        <a:solidFill>
          <a:schemeClr val="tx1">
            <a:lumMod val="65000"/>
            <a:lumOff val="35000"/>
          </a:schemeClr>
        </a:solidFill>
      </a:ln>
    </cs:spPr>
  </cs:downBar>
  <cs:dropLine>
    <cs:lnRef idx="0"/>
    <cs:fillRef idx="0"/>
    <cs:effectRef idx="0"/>
    <cs:fontRef idx="minor">
      <a:schemeClr val="tx1"/>
    </cs:fontRef>
    <cs:spPr bwMode="auto">
      <a:prstGeom prst="rect">
        <a:avLst/>
      </a:prstGeom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 bwMode="auto">
      <a:prstGeom prst="rect">
        <a:avLst/>
      </a:prstGeom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 bwMode="auto">
      <a:prstGeom prst="rect">
        <a:avLst/>
      </a:prstGeom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 bwMode="auto">
      <a:prstGeom prst="rect">
        <a:avLst/>
      </a:prstGeom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 bwMode="auto">
      <a:prstGeom prst="rect">
        <a:avLst/>
      </a:prstGeom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 bwMode="auto">
      <a:prstGeom prst="rect">
        <a:avLst/>
      </a:prstGeom>
      <a:ln w="9525" cap="flat" cmpd="sng" algn="ctr">
        <a:solidFill>
          <a:schemeClr val="tx1">
            <a:lumMod val="75000"/>
            <a:lumOff val="25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 bwMode="auto">
      <a:prstGeom prst="rect">
        <a:avLst/>
      </a:prstGeom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200"/>
  </cs:legend>
  <cs:plotArea>
    <cs:lnRef idx="0"/>
    <cs:fillRef idx="0"/>
    <cs:effectRef idx="0"/>
    <cs:fontRef idx="minor">
      <a:schemeClr val="tx1"/>
    </cs:fontRef>
  </cs:plotArea>
  <cs:plotArea3D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200"/>
  </cs:seriesAxis>
  <cs:seriesLine>
    <cs:lnRef idx="0"/>
    <cs:fillRef idx="0"/>
    <cs:effectRef idx="0"/>
    <cs:fontRef idx="minor">
      <a:schemeClr val="tx1"/>
    </cs:fontRef>
    <cs:spPr bwMode="auto">
      <a:prstGeom prst="rect">
        <a:avLst/>
      </a:prstGeom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50" b="0" spc="0"/>
  </cs:title>
  <cs:trendline>
    <cs:lnRef idx="0">
      <cs:styleClr val="auto"/>
    </cs:lnRef>
    <cs:fillRef idx="0"/>
    <cs:effectRef idx="0"/>
    <cs:fontRef idx="minor">
      <a:schemeClr val="tx1"/>
    </cs:fontRef>
    <cs:spPr bwMode="auto">
      <a:prstGeom prst="rect">
        <a:avLst/>
      </a:prstGeom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200"/>
  </cs:trendlineLabel>
  <cs:upBar>
    <cs:lnRef idx="0"/>
    <cs:fillRef idx="0"/>
    <cs:effectRef idx="0"/>
    <cs:fontRef idx="minor">
      <a:schemeClr val="dk1"/>
    </cs:fontRef>
    <cs:spPr bwMode="auto">
      <a:prstGeom prst="rect">
        <a:avLst/>
      </a:prstGeom>
      <a:solidFill>
        <a:schemeClr val="lt1"/>
      </a:solidFill>
      <a:ln w="9525">
        <a:solidFill>
          <a:schemeClr val="tx1">
            <a:lumMod val="15000"/>
            <a:lumOff val="85000"/>
          </a:schemeClr>
        </a:solidFill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200"/>
  </cs:valueAxis>
  <cs:wall>
    <cs:lnRef idx="0"/>
    <cs:fillRef idx="0"/>
    <cs:effectRef idx="0"/>
    <cs:fontRef idx="minor">
      <a:schemeClr val="tx1"/>
    </cs:fontRef>
    <cs:spPr bwMode="auto">
      <a:prstGeom prst="rect">
        <a:avLst/>
      </a:prstGeom>
      <a:noFill/>
      <a:ln>
        <a:noFill/>
      </a:ln>
    </cs:spPr>
  </cs:wall>
  <cs:dataPointMarkerLayout symbol="circle" size="5"/>
</cs:chartStyle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 name="">
    <p:bg>
      <p:bgRef idx="1001">
        <a:schemeClr val="bg1"/>
      </p:bgRef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077729608" name="Верхний колонтитул 1"/>
          <p:cNvSpPr>
            <a:spLocks noGrp="1"/>
          </p:cNvSpPr>
          <p:nvPr>
            <p:ph type="hdr" sz="quarter"/>
          </p:nvPr>
        </p:nvSpPr>
        <p:spPr bwMode="auto"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pPr>
              <a:defRPr/>
            </a:pPr>
            <a:endParaRPr lang="ru-RU"/>
          </a:p>
        </p:txBody>
      </p:sp>
      <p:sp>
        <p:nvSpPr>
          <p:cNvPr id="1020511468" name="Дата 2"/>
          <p:cNvSpPr>
            <a:spLocks noGrp="1"/>
          </p:cNvSpPr>
          <p:nvPr>
            <p:ph type="dt" idx="1"/>
          </p:nvPr>
        </p:nvSpPr>
        <p:spPr bwMode="auto"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pPr>
              <a:defRPr/>
            </a:pPr>
            <a:fld id="{9DA401BA-3150-4FF7-8D13-C8A64268AC63}" type="datetimeFigureOut">
              <a:rPr lang="ru-RU"/>
              <a:t>14.09.2026</a:t>
            </a:fld>
            <a:endParaRPr lang="ru-RU"/>
          </a:p>
        </p:txBody>
      </p:sp>
      <p:sp>
        <p:nvSpPr>
          <p:cNvPr id="563854306" name="Образ слайда 3"/>
          <p:cNvSpPr>
            <a:spLocks noChangeAspect="1" noGrp="1" noRot="1"/>
          </p:cNvSpPr>
          <p:nvPr>
            <p:ph type="sldImg" idx="2"/>
          </p:nvPr>
        </p:nvSpPr>
        <p:spPr bwMode="auto"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pPr>
              <a:defRPr/>
            </a:pPr>
            <a:endParaRPr lang="ru-RU"/>
          </a:p>
        </p:txBody>
      </p:sp>
      <p:sp>
        <p:nvSpPr>
          <p:cNvPr id="1003469431" name="Заметки 4"/>
          <p:cNvSpPr>
            <a:spLocks noGrp="1"/>
          </p:cNvSpPr>
          <p:nvPr>
            <p:ph type="body" sz="quarter" idx="3"/>
          </p:nvPr>
        </p:nvSpPr>
        <p:spPr bwMode="auto"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>
              <a:defRPr/>
            </a:pPr>
            <a:r>
              <a:rPr lang="ru-RU"/>
              <a:t>Образец текста</a:t>
            </a:r>
            <a:endParaRPr/>
          </a:p>
          <a:p>
            <a:pPr lvl="1">
              <a:defRPr/>
            </a:pPr>
            <a:r>
              <a:rPr lang="ru-RU"/>
              <a:t>Второй уровень</a:t>
            </a:r>
            <a:endParaRPr/>
          </a:p>
          <a:p>
            <a:pPr lvl="2">
              <a:defRPr/>
            </a:pPr>
            <a:r>
              <a:rPr lang="ru-RU"/>
              <a:t>Третий уровень</a:t>
            </a:r>
            <a:endParaRPr/>
          </a:p>
          <a:p>
            <a:pPr lvl="3">
              <a:defRPr/>
            </a:pPr>
            <a:r>
              <a:rPr lang="ru-RU"/>
              <a:t>Четвертый уровень</a:t>
            </a:r>
            <a:endParaRPr/>
          </a:p>
          <a:p>
            <a:pPr lvl="4">
              <a:defRPr/>
            </a:pPr>
            <a:r>
              <a:rPr lang="ru-RU"/>
              <a:t>Пятый уровень</a:t>
            </a:r>
            <a:endParaRPr/>
          </a:p>
        </p:txBody>
      </p:sp>
      <p:sp>
        <p:nvSpPr>
          <p:cNvPr id="991103252" name="Нижний колонтитул 5"/>
          <p:cNvSpPr>
            <a:spLocks noGrp="1"/>
          </p:cNvSpPr>
          <p:nvPr>
            <p:ph type="ftr" sz="quarter" idx="4"/>
          </p:nvPr>
        </p:nvSpPr>
        <p:spPr bwMode="auto"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pPr>
              <a:defRPr/>
            </a:pPr>
            <a:endParaRPr lang="ru-RU"/>
          </a:p>
        </p:txBody>
      </p:sp>
      <p:sp>
        <p:nvSpPr>
          <p:cNvPr id="52409108" name="Номер слайда 6"/>
          <p:cNvSpPr>
            <a:spLocks noGrp="1"/>
          </p:cNvSpPr>
          <p:nvPr>
            <p:ph type="sldNum" sz="quarter" idx="5"/>
          </p:nvPr>
        </p:nvSpPr>
        <p:spPr bwMode="auto"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pPr>
              <a:defRPr/>
            </a:pPr>
            <a:fld id="{3D5F3B14-7AC8-406F-A299-37D374056E4F}" type="slidenum">
              <a:rPr lang="ru-RU"/>
              <a:t>‹#›</a:t>
            </a:fld>
            <a:endParaRPr lang="ru-RU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>
      <a:defRPr sz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>
      <a:defRPr sz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>
      <a:defRPr sz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>
      <a:defRPr sz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>
      <a:defRPr sz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>
      <a:defRPr sz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>
      <a:defRPr sz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>
      <a:defRPr sz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>
      <a:defRPr sz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2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BB0A54EA-23F9-6A39-5DA4-7D5BF5554E19}" type="slidenum">
              <a:rPr/>
              <a:t/>
            </a:fld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E134324A-644F-212D-3A77-00E668D607AC}" type="slidenum">
              <a:rPr/>
              <a:t/>
            </a:fld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046532457" name="Образ слайда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1009251870" name="Заметки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ru-RU"/>
          </a:p>
        </p:txBody>
      </p:sp>
      <p:sp>
        <p:nvSpPr>
          <p:cNvPr id="1937356374" name="Номер слайда 3"/>
          <p:cNvSpPr>
            <a:spLocks noGrp="1"/>
          </p:cNvSpPr>
          <p:nvPr>
            <p:ph type="sldNum" sz="quarter" idx="5"/>
          </p:nvPr>
        </p:nvSpPr>
        <p:spPr bwMode="auto"/>
        <p:txBody>
          <a:bodyPr/>
          <a:lstStyle/>
          <a:p>
            <a:pPr>
              <a:defRPr/>
            </a:pPr>
            <a:fld id="{3D5F3B14-7AC8-406F-A299-37D374056E4F}" type="slidenum">
              <a:rPr lang="ru-RU"/>
              <a:t>14</a:t>
            </a:fld>
            <a:endParaRPr lang="ru-RU"/>
          </a:p>
        </p:txBody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BBA6E9A9-FD82-AE20-6B07-3FE2B27EA87F}" type="slidenum">
              <a:rPr/>
              <a:t/>
            </a:fld>
            <a:endParaRPr/>
          </a:p>
        </p:txBody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E0DC2B71-DFA2-64A0-F05F-9312FE0CB7A7}" type="slidenum">
              <a:rPr/>
              <a:t/>
            </a:fld>
            <a:endParaRPr/>
          </a:p>
        </p:txBody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1684A14E-6AA5-B62B-56D1-146703FD575C}" type="slidenum">
              <a:rPr/>
              <a:t/>
            </a:fld>
            <a:endParaRPr/>
          </a:p>
        </p:txBody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0BCC360B-A31F-65A2-0992-E95C3CB7885D}" type="slidenum">
              <a:rPr/>
              <a:t/>
            </a:fld>
            <a:endParaRPr/>
          </a:p>
        </p:txBody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9D39EA11-18C5-1360-4D04-D88B45F03D6B}" type="slidenum">
              <a:rPr/>
              <a:t/>
            </a:fld>
            <a:endParaRPr/>
          </a:p>
        </p:txBody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1D15E3F7-3734-BABB-338D-6AAC8DED6D71}" type="slidenum">
              <a:rPr/>
              <a:t/>
            </a:fld>
            <a:endParaRPr/>
          </a:p>
        </p:txBody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E70F43FF-12B9-3185-0616-736F6F3F3398}" type="slidenum">
              <a:rPr/>
              <a:t/>
            </a:fld>
            <a:endParaRPr/>
          </a:p>
        </p:txBody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userDrawn="1">
  <p:cSld name="Титульный слайд">
    <p:bg>
      <p:bgPr shadeToTitle="0">
        <a:blipFill rotWithShape="1">
          <a:blip r:embed="rId2">
            <a:lum/>
          </a:blip>
          <a:stretch/>
        </a:blipFill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646472847" name="Рисунок 10"/>
          <p:cNvSpPr>
            <a:spLocks noGrp="1"/>
          </p:cNvSpPr>
          <p:nvPr>
            <p:ph type="pic" sz="quarter" idx="10" hasCustomPrompt="1"/>
          </p:nvPr>
        </p:nvSpPr>
        <p:spPr bwMode="auto">
          <a:xfrm>
            <a:off x="6792000" y="395288"/>
            <a:ext cx="5400000" cy="5400000"/>
          </a:xfrm>
        </p:spPr>
        <p:txBody>
          <a:bodyPr anchor="ctr" anchorCtr="0"/>
          <a:lstStyle>
            <a:lvl1pPr>
              <a:defRPr/>
            </a:lvl1pPr>
          </a:lstStyle>
          <a:p>
            <a:pPr>
              <a:defRPr/>
            </a:pPr>
            <a:r>
              <a:rPr lang="ru-RU"/>
              <a:t>Иконка задачи</a:t>
            </a:r>
            <a:endParaRPr/>
          </a:p>
        </p:txBody>
      </p:sp>
      <p:sp>
        <p:nvSpPr>
          <p:cNvPr id="1652301558" name="Заголовок 1"/>
          <p:cNvSpPr>
            <a:spLocks noGrp="1"/>
          </p:cNvSpPr>
          <p:nvPr>
            <p:ph type="ctrTitle" hasCustomPrompt="1"/>
          </p:nvPr>
        </p:nvSpPr>
        <p:spPr bwMode="auto">
          <a:xfrm>
            <a:off x="0" y="4323440"/>
            <a:ext cx="8930641" cy="827011"/>
          </a:xfrm>
          <a:prstGeom prst="rect">
            <a:avLst/>
          </a:prstGeom>
          <a:noFill/>
        </p:spPr>
        <p:txBody>
          <a:bodyPr anchor="ctr" anchorCtr="0"/>
          <a:lstStyle>
            <a:lvl1pPr marL="0" indent="712788" algn="l">
              <a:defRPr sz="28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r>
              <a:rPr lang="ru-RU"/>
              <a:t>НАЗВАНИЕ КОМАНДЫ</a:t>
            </a:r>
            <a:endParaRPr/>
          </a:p>
        </p:txBody>
      </p:sp>
      <p:sp>
        <p:nvSpPr>
          <p:cNvPr id="1358499941" name="Рисунок 41"/>
          <p:cNvSpPr>
            <a:spLocks noGrp="1"/>
          </p:cNvSpPr>
          <p:nvPr>
            <p:ph type="pic" sz="quarter" idx="11" hasCustomPrompt="1"/>
          </p:nvPr>
        </p:nvSpPr>
        <p:spPr bwMode="auto">
          <a:xfrm>
            <a:off x="802640" y="2911980"/>
            <a:ext cx="3386773" cy="1082589"/>
          </a:xfrm>
        </p:spPr>
        <p:txBody>
          <a:bodyPr anchor="ctr" anchorCtr="0"/>
          <a:lstStyle>
            <a:lvl1pPr>
              <a:defRPr/>
            </a:lvl1pPr>
          </a:lstStyle>
          <a:p>
            <a:pPr>
              <a:defRPr/>
            </a:pPr>
            <a:r>
              <a:rPr lang="ru-RU"/>
              <a:t>Логотип/логотипы постановщика задачи</a:t>
            </a:r>
            <a:endParaRPr/>
          </a:p>
        </p:txBody>
      </p:sp>
      <p:sp>
        <p:nvSpPr>
          <p:cNvPr id="1021856541" name="Текст 4"/>
          <p:cNvSpPr>
            <a:spLocks noGrp="1"/>
          </p:cNvSpPr>
          <p:nvPr>
            <p:ph type="body" sz="quarter" idx="12" hasCustomPrompt="1"/>
          </p:nvPr>
        </p:nvSpPr>
        <p:spPr bwMode="auto">
          <a:xfrm>
            <a:off x="0" y="5149851"/>
            <a:ext cx="8930641" cy="757174"/>
          </a:xfrm>
          <a:prstGeom prst="rect">
            <a:avLst/>
          </a:prstGeom>
          <a:noFill/>
        </p:spPr>
        <p:txBody>
          <a:bodyPr>
            <a:normAutofit/>
          </a:bodyPr>
          <a:lstStyle>
            <a:lvl1pPr marL="0" indent="712788">
              <a:buNone/>
              <a:defRPr sz="1800"/>
            </a:lvl1pPr>
          </a:lstStyle>
          <a:p>
            <a:pPr>
              <a:defRPr/>
            </a:pPr>
            <a:r>
              <a:rPr lang="ru-RU" sz="1600" b="0"/>
              <a:t>Номер и название задачи</a:t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userDrawn="1">
  <p:cSld name="1_Описание команды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499055436" name="Рисунок 10"/>
          <p:cNvSpPr>
            <a:spLocks noGrp="1"/>
          </p:cNvSpPr>
          <p:nvPr>
            <p:ph type="pic" sz="quarter" idx="10" hasCustomPrompt="1"/>
          </p:nvPr>
        </p:nvSpPr>
        <p:spPr bwMode="auto">
          <a:xfrm>
            <a:off x="6894095" y="1044081"/>
            <a:ext cx="4962943" cy="2221824"/>
          </a:xfrm>
        </p:spPr>
        <p:txBody>
          <a:bodyPr anchor="ctr" anchorCtr="0"/>
          <a:lstStyle>
            <a:lvl1pPr>
              <a:defRPr/>
            </a:lvl1pPr>
          </a:lstStyle>
          <a:p>
            <a:pPr>
              <a:defRPr/>
            </a:pPr>
            <a:r>
              <a:rPr lang="ru-RU"/>
              <a:t>Фото команды</a:t>
            </a:r>
            <a:endParaRPr/>
          </a:p>
        </p:txBody>
      </p:sp>
      <p:sp>
        <p:nvSpPr>
          <p:cNvPr id="1212361405" name="Заголовок 1"/>
          <p:cNvSpPr>
            <a:spLocks noGrp="1"/>
          </p:cNvSpPr>
          <p:nvPr>
            <p:ph type="title" hasCustomPrompt="1"/>
          </p:nvPr>
        </p:nvSpPr>
        <p:spPr bwMode="auto">
          <a:xfrm>
            <a:off x="346075" y="395288"/>
            <a:ext cx="11244772" cy="376138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>
            <a:lvl1pPr>
              <a:defRPr/>
            </a:lvl1pPr>
          </a:lstStyle>
          <a:p>
            <a:pPr>
              <a:defRPr/>
            </a:pPr>
            <a:r>
              <a:rPr lang="ru-RU"/>
              <a:t>КОМАНДА «НАЗВАНИЕ»</a:t>
            </a:r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userDrawn="1">
  <p:cSld name="Команда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488878748" name="Дата 3"/>
          <p:cNvSpPr>
            <a:spLocks noGrp="1"/>
          </p:cNvSpPr>
          <p:nvPr>
            <p:ph type="dt" sz="half" idx="2"/>
          </p:nvPr>
        </p:nvSpPr>
        <p:spPr bwMode="auto"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5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fld id="{67EB9651-F031-4963-AFE9-33BCC0E88757}" type="datetime1">
              <a:rPr lang="ru-RU"/>
              <a:t>29.09.2026</a:t>
            </a:fld>
            <a:endParaRPr lang="ru-RU"/>
          </a:p>
        </p:txBody>
      </p:sp>
      <p:sp>
        <p:nvSpPr>
          <p:cNvPr id="737615818" name="Нижний колонтитул 4"/>
          <p:cNvSpPr>
            <a:spLocks noGrp="1"/>
          </p:cNvSpPr>
          <p:nvPr>
            <p:ph type="ftr" sz="quarter" idx="3"/>
          </p:nvPr>
        </p:nvSpPr>
        <p:spPr bwMode="auto"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5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endParaRPr lang="ru-RU"/>
          </a:p>
        </p:txBody>
      </p:sp>
      <p:sp>
        <p:nvSpPr>
          <p:cNvPr id="853842053" name="Номер слайда 5"/>
          <p:cNvSpPr>
            <a:spLocks noGrp="1"/>
          </p:cNvSpPr>
          <p:nvPr>
            <p:ph type="sldNum" sz="quarter" idx="4"/>
          </p:nvPr>
        </p:nvSpPr>
        <p:spPr bwMode="auto">
          <a:xfrm>
            <a:off x="11413507" y="6356357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fld id="{52DCC5B9-D646-4B76-891F-6FF4E74E9CB4}" type="slidenum">
              <a:rPr lang="ru-RU"/>
              <a:t>9</a:t>
            </a:fld>
            <a:endParaRPr lang="ru-RU"/>
          </a:p>
        </p:txBody>
      </p:sp>
      <p:sp>
        <p:nvSpPr>
          <p:cNvPr id="545892651" name="Заголовок 1"/>
          <p:cNvSpPr>
            <a:spLocks noGrp="1"/>
          </p:cNvSpPr>
          <p:nvPr>
            <p:ph type="title" hasCustomPrompt="1"/>
          </p:nvPr>
        </p:nvSpPr>
        <p:spPr bwMode="auto">
          <a:xfrm>
            <a:off x="346075" y="395288"/>
            <a:ext cx="11244772" cy="376138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>
            <a:lvl1pPr>
              <a:defRPr/>
            </a:lvl1pPr>
          </a:lstStyle>
          <a:p>
            <a:pPr>
              <a:defRPr/>
            </a:pPr>
            <a:r>
              <a:rPr lang="ru-RU"/>
              <a:t>КОМАНДА «НАЗВАНИЕ»</a:t>
            </a:r>
            <a:endParaRPr/>
          </a:p>
        </p:txBody>
      </p:sp>
      <p:sp>
        <p:nvSpPr>
          <p:cNvPr id="1031156101" name="Текст 35"/>
          <p:cNvSpPr>
            <a:spLocks noGrp="1"/>
          </p:cNvSpPr>
          <p:nvPr>
            <p:ph type="body" sz="quarter" idx="27" hasCustomPrompt="1"/>
          </p:nvPr>
        </p:nvSpPr>
        <p:spPr bwMode="auto">
          <a:xfrm>
            <a:off x="806323" y="4192124"/>
            <a:ext cx="1843581" cy="1576498"/>
          </a:xfrm>
          <a:prstGeom prst="rect">
            <a:avLst/>
          </a:prstGeom>
          <a:ln>
            <a:noFill/>
          </a:ln>
        </p:spPr>
        <p:txBody>
          <a:bodyPr>
            <a:normAutofit/>
          </a:bodyPr>
          <a:lstStyle>
            <a:lvl1pPr marL="144688" indent="-144688">
              <a:buClr>
                <a:schemeClr val="accent1"/>
              </a:buClr>
              <a:buFont typeface="Wingdings"/>
              <a:buChar char="§"/>
              <a:defRPr sz="1400"/>
            </a:lvl1pPr>
          </a:lstStyle>
          <a:p>
            <a:pPr lvl="0">
              <a:defRPr/>
            </a:pPr>
            <a:r>
              <a:rPr lang="ru-RU"/>
              <a:t>Роль в команде</a:t>
            </a:r>
            <a:endParaRPr/>
          </a:p>
          <a:p>
            <a:pPr lvl="0">
              <a:defRPr/>
            </a:pPr>
            <a:r>
              <a:rPr lang="en-US"/>
              <a:t>Telegram</a:t>
            </a:r>
            <a:endParaRPr/>
          </a:p>
          <a:p>
            <a:pPr lvl="0">
              <a:defRPr/>
            </a:pPr>
            <a:r>
              <a:rPr lang="ru-RU"/>
              <a:t>Номер</a:t>
            </a:r>
            <a:endParaRPr/>
          </a:p>
        </p:txBody>
      </p:sp>
      <p:sp>
        <p:nvSpPr>
          <p:cNvPr id="1496422757" name="Текст 35"/>
          <p:cNvSpPr>
            <a:spLocks noGrp="1"/>
          </p:cNvSpPr>
          <p:nvPr>
            <p:ph type="body" sz="quarter" idx="33" hasCustomPrompt="1"/>
          </p:nvPr>
        </p:nvSpPr>
        <p:spPr bwMode="auto">
          <a:xfrm>
            <a:off x="3014568" y="4192124"/>
            <a:ext cx="1843581" cy="1576498"/>
          </a:xfrm>
          <a:prstGeom prst="rect">
            <a:avLst/>
          </a:prstGeom>
          <a:ln>
            <a:noFill/>
          </a:ln>
        </p:spPr>
        <p:txBody>
          <a:bodyPr>
            <a:normAutofit/>
          </a:bodyPr>
          <a:lstStyle>
            <a:lvl1pPr marL="144688" indent="-144688">
              <a:buClr>
                <a:schemeClr val="accent1"/>
              </a:buClr>
              <a:buFont typeface="Wingdings"/>
              <a:buChar char="§"/>
              <a:defRPr sz="1400"/>
            </a:lvl1pPr>
          </a:lstStyle>
          <a:p>
            <a:pPr lvl="0">
              <a:defRPr/>
            </a:pPr>
            <a:r>
              <a:rPr lang="ru-RU"/>
              <a:t>Роль в команде</a:t>
            </a:r>
            <a:endParaRPr/>
          </a:p>
          <a:p>
            <a:pPr lvl="0">
              <a:defRPr/>
            </a:pPr>
            <a:r>
              <a:rPr lang="en-US"/>
              <a:t>Telegram</a:t>
            </a:r>
            <a:endParaRPr/>
          </a:p>
          <a:p>
            <a:pPr lvl="0">
              <a:defRPr/>
            </a:pPr>
            <a:r>
              <a:rPr lang="ru-RU"/>
              <a:t>Номер</a:t>
            </a:r>
            <a:endParaRPr/>
          </a:p>
        </p:txBody>
      </p:sp>
      <p:sp>
        <p:nvSpPr>
          <p:cNvPr id="1500882623" name="Текст 35"/>
          <p:cNvSpPr>
            <a:spLocks noGrp="1"/>
          </p:cNvSpPr>
          <p:nvPr>
            <p:ph type="body" sz="quarter" idx="35" hasCustomPrompt="1"/>
          </p:nvPr>
        </p:nvSpPr>
        <p:spPr bwMode="auto">
          <a:xfrm>
            <a:off x="5191192" y="4192124"/>
            <a:ext cx="1843581" cy="1576498"/>
          </a:xfrm>
          <a:prstGeom prst="rect">
            <a:avLst/>
          </a:prstGeom>
          <a:ln>
            <a:noFill/>
          </a:ln>
        </p:spPr>
        <p:txBody>
          <a:bodyPr>
            <a:normAutofit/>
          </a:bodyPr>
          <a:lstStyle>
            <a:lvl1pPr marL="144688" indent="-144688">
              <a:buClr>
                <a:schemeClr val="accent1"/>
              </a:buClr>
              <a:buFont typeface="Wingdings"/>
              <a:buChar char="§"/>
              <a:defRPr sz="1400"/>
            </a:lvl1pPr>
          </a:lstStyle>
          <a:p>
            <a:pPr lvl="0">
              <a:defRPr/>
            </a:pPr>
            <a:r>
              <a:rPr lang="ru-RU"/>
              <a:t>Роль в команде</a:t>
            </a:r>
            <a:endParaRPr/>
          </a:p>
          <a:p>
            <a:pPr lvl="0">
              <a:defRPr/>
            </a:pPr>
            <a:r>
              <a:rPr lang="en-US"/>
              <a:t>Telegram</a:t>
            </a:r>
            <a:endParaRPr/>
          </a:p>
          <a:p>
            <a:pPr lvl="0">
              <a:defRPr/>
            </a:pPr>
            <a:r>
              <a:rPr lang="ru-RU"/>
              <a:t>Номер</a:t>
            </a:r>
            <a:endParaRPr/>
          </a:p>
        </p:txBody>
      </p:sp>
      <p:sp>
        <p:nvSpPr>
          <p:cNvPr id="550177898" name="Текст 35"/>
          <p:cNvSpPr>
            <a:spLocks noGrp="1"/>
          </p:cNvSpPr>
          <p:nvPr>
            <p:ph type="body" sz="quarter" idx="37" hasCustomPrompt="1"/>
          </p:nvPr>
        </p:nvSpPr>
        <p:spPr bwMode="auto">
          <a:xfrm>
            <a:off x="7366644" y="4192124"/>
            <a:ext cx="1843581" cy="1576498"/>
          </a:xfrm>
          <a:prstGeom prst="rect">
            <a:avLst/>
          </a:prstGeom>
          <a:ln>
            <a:noFill/>
          </a:ln>
        </p:spPr>
        <p:txBody>
          <a:bodyPr>
            <a:normAutofit/>
          </a:bodyPr>
          <a:lstStyle>
            <a:lvl1pPr marL="144688" indent="-144688">
              <a:buClr>
                <a:schemeClr val="accent1"/>
              </a:buClr>
              <a:buFont typeface="Wingdings"/>
              <a:buChar char="§"/>
              <a:defRPr sz="1400"/>
            </a:lvl1pPr>
          </a:lstStyle>
          <a:p>
            <a:pPr lvl="0">
              <a:defRPr/>
            </a:pPr>
            <a:r>
              <a:rPr lang="ru-RU"/>
              <a:t>Роль в команде</a:t>
            </a:r>
            <a:endParaRPr/>
          </a:p>
          <a:p>
            <a:pPr lvl="0">
              <a:defRPr/>
            </a:pPr>
            <a:r>
              <a:rPr lang="en-US"/>
              <a:t>Telegram</a:t>
            </a:r>
            <a:endParaRPr/>
          </a:p>
          <a:p>
            <a:pPr lvl="0">
              <a:defRPr/>
            </a:pPr>
            <a:r>
              <a:rPr lang="ru-RU"/>
              <a:t>Номер</a:t>
            </a:r>
            <a:endParaRPr/>
          </a:p>
        </p:txBody>
      </p:sp>
      <p:sp>
        <p:nvSpPr>
          <p:cNvPr id="1886945388" name="Текст 35"/>
          <p:cNvSpPr>
            <a:spLocks noGrp="1"/>
          </p:cNvSpPr>
          <p:nvPr>
            <p:ph type="body" sz="quarter" idx="39" hasCustomPrompt="1"/>
          </p:nvPr>
        </p:nvSpPr>
        <p:spPr bwMode="auto">
          <a:xfrm>
            <a:off x="9542096" y="4192124"/>
            <a:ext cx="1843581" cy="1576498"/>
          </a:xfrm>
          <a:prstGeom prst="rect">
            <a:avLst/>
          </a:prstGeom>
          <a:ln>
            <a:noFill/>
          </a:ln>
        </p:spPr>
        <p:txBody>
          <a:bodyPr>
            <a:normAutofit/>
          </a:bodyPr>
          <a:lstStyle>
            <a:lvl1pPr marL="144688" indent="-144688">
              <a:buClr>
                <a:schemeClr val="accent1"/>
              </a:buClr>
              <a:buFont typeface="Wingdings"/>
              <a:buChar char="§"/>
              <a:defRPr sz="1400"/>
            </a:lvl1pPr>
          </a:lstStyle>
          <a:p>
            <a:pPr lvl="0">
              <a:defRPr/>
            </a:pPr>
            <a:r>
              <a:rPr lang="ru-RU"/>
              <a:t>Роль в команде</a:t>
            </a:r>
            <a:endParaRPr/>
          </a:p>
          <a:p>
            <a:pPr lvl="0">
              <a:defRPr/>
            </a:pPr>
            <a:r>
              <a:rPr lang="en-US"/>
              <a:t>Telegram</a:t>
            </a:r>
            <a:endParaRPr/>
          </a:p>
          <a:p>
            <a:pPr lvl="0">
              <a:defRPr/>
            </a:pPr>
            <a:r>
              <a:rPr lang="ru-RU"/>
              <a:t>Номер</a:t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userDrawn="1">
  <p:cSld name="Пустой с заголовком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112742864" name="Дата 3"/>
          <p:cNvSpPr>
            <a:spLocks noGrp="1"/>
          </p:cNvSpPr>
          <p:nvPr>
            <p:ph type="dt" sz="half" idx="2"/>
          </p:nvPr>
        </p:nvSpPr>
        <p:spPr bwMode="auto"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5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fld id="{1021F813-DBA1-42EC-A748-A9CC16659E6B}" type="datetime1">
              <a:rPr lang="ru-RU"/>
              <a:t>29.09.2026</a:t>
            </a:fld>
            <a:endParaRPr lang="ru-RU"/>
          </a:p>
        </p:txBody>
      </p:sp>
      <p:sp>
        <p:nvSpPr>
          <p:cNvPr id="1671354087" name="Нижний колонтитул 4"/>
          <p:cNvSpPr>
            <a:spLocks noGrp="1"/>
          </p:cNvSpPr>
          <p:nvPr>
            <p:ph type="ftr" sz="quarter" idx="3"/>
          </p:nvPr>
        </p:nvSpPr>
        <p:spPr bwMode="auto"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5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endParaRPr lang="ru-RU"/>
          </a:p>
        </p:txBody>
      </p:sp>
      <p:sp>
        <p:nvSpPr>
          <p:cNvPr id="455845745" name="Номер слайда 5"/>
          <p:cNvSpPr>
            <a:spLocks noGrp="1"/>
          </p:cNvSpPr>
          <p:nvPr>
            <p:ph type="sldNum" sz="quarter" idx="4"/>
          </p:nvPr>
        </p:nvSpPr>
        <p:spPr bwMode="auto">
          <a:xfrm>
            <a:off x="11413507" y="6356357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fld id="{52DCC5B9-D646-4B76-891F-6FF4E74E9CB4}" type="slidenum">
              <a:rPr lang="ru-RU"/>
              <a:t>6</a:t>
            </a:fld>
            <a:endParaRPr lang="ru-RU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userDrawn="1">
  <p:cSld name="Заголовок и объект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655540692" name="Текст 2"/>
          <p:cNvSpPr>
            <a:spLocks noGrp="1"/>
          </p:cNvSpPr>
          <p:nvPr>
            <p:ph idx="1"/>
          </p:nvPr>
        </p:nvSpPr>
        <p:spPr bwMode="auto">
          <a:xfrm>
            <a:off x="315392" y="1016177"/>
            <a:ext cx="11561229" cy="516079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>
              <a:defRPr>
                <a:solidFill>
                  <a:schemeClr val="bg1">
                    <a:lumMod val="95000"/>
                  </a:schemeClr>
                </a:solidFill>
              </a:defRPr>
            </a:lvl1pPr>
            <a:lvl2pPr>
              <a:defRPr>
                <a:solidFill>
                  <a:schemeClr val="bg1">
                    <a:lumMod val="95000"/>
                  </a:schemeClr>
                </a:solidFill>
              </a:defRPr>
            </a:lvl2pPr>
            <a:lvl3pPr>
              <a:defRPr>
                <a:solidFill>
                  <a:schemeClr val="bg1">
                    <a:lumMod val="95000"/>
                  </a:schemeClr>
                </a:solidFill>
              </a:defRPr>
            </a:lvl3pPr>
            <a:lvl4pPr>
              <a:defRPr>
                <a:solidFill>
                  <a:schemeClr val="bg1">
                    <a:lumMod val="95000"/>
                  </a:schemeClr>
                </a:solidFill>
              </a:defRPr>
            </a:lvl4pPr>
            <a:lvl5pPr>
              <a:defRPr>
                <a:solidFill>
                  <a:schemeClr val="bg1">
                    <a:lumMod val="95000"/>
                  </a:schemeClr>
                </a:solidFill>
              </a:defRPr>
            </a:lvl5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  <a:p>
            <a:pPr lvl="1">
              <a:defRPr/>
            </a:pPr>
            <a:r>
              <a:rPr lang="ru-RU"/>
              <a:t>Второй уровень</a:t>
            </a:r>
            <a:endParaRPr/>
          </a:p>
          <a:p>
            <a:pPr lvl="2">
              <a:defRPr/>
            </a:pPr>
            <a:r>
              <a:rPr lang="ru-RU"/>
              <a:t>Третий уровень</a:t>
            </a:r>
            <a:endParaRPr/>
          </a:p>
          <a:p>
            <a:pPr lvl="3">
              <a:defRPr/>
            </a:pPr>
            <a:r>
              <a:rPr lang="ru-RU"/>
              <a:t>Четвертый уровень</a:t>
            </a:r>
            <a:endParaRPr/>
          </a:p>
          <a:p>
            <a:pPr lvl="4">
              <a:defRPr/>
            </a:pPr>
            <a:r>
              <a:rPr lang="ru-RU"/>
              <a:t>Пятый уровень</a:t>
            </a:r>
            <a:endParaRPr/>
          </a:p>
        </p:txBody>
      </p:sp>
      <p:sp>
        <p:nvSpPr>
          <p:cNvPr id="81174830" name="Дата 3"/>
          <p:cNvSpPr>
            <a:spLocks noGrp="1"/>
          </p:cNvSpPr>
          <p:nvPr>
            <p:ph type="dt" sz="half" idx="2"/>
          </p:nvPr>
        </p:nvSpPr>
        <p:spPr bwMode="auto"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5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fld id="{7DE2642A-6018-4CC1-81AB-5FD8D2782D4F}" type="datetime1">
              <a:rPr lang="ru-RU"/>
              <a:t>29.09.2026</a:t>
            </a:fld>
            <a:endParaRPr lang="ru-RU"/>
          </a:p>
        </p:txBody>
      </p:sp>
      <p:sp>
        <p:nvSpPr>
          <p:cNvPr id="727908604" name="Нижний колонтитул 4"/>
          <p:cNvSpPr>
            <a:spLocks noGrp="1"/>
          </p:cNvSpPr>
          <p:nvPr>
            <p:ph type="ftr" sz="quarter" idx="3"/>
          </p:nvPr>
        </p:nvSpPr>
        <p:spPr bwMode="auto"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5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endParaRPr lang="ru-RU"/>
          </a:p>
        </p:txBody>
      </p:sp>
      <p:sp>
        <p:nvSpPr>
          <p:cNvPr id="574250267" name="Номер слайда 5"/>
          <p:cNvSpPr>
            <a:spLocks noGrp="1"/>
          </p:cNvSpPr>
          <p:nvPr>
            <p:ph type="sldNum" sz="quarter" idx="4"/>
          </p:nvPr>
        </p:nvSpPr>
        <p:spPr bwMode="auto">
          <a:xfrm>
            <a:off x="11413507" y="6356357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fld id="{52DCC5B9-D646-4B76-891F-6FF4E74E9CB4}" type="slidenum">
              <a:rPr lang="ru-RU"/>
              <a:t>&lt;#&gt;</a:t>
            </a:fld>
            <a:endParaRPr lang="ru-RU"/>
          </a:p>
        </p:txBody>
      </p:sp>
      <p:sp>
        <p:nvSpPr>
          <p:cNvPr id="452676510" name="Заголовок 1"/>
          <p:cNvSpPr>
            <a:spLocks noGrp="1"/>
          </p:cNvSpPr>
          <p:nvPr>
            <p:ph type="title"/>
          </p:nvPr>
        </p:nvSpPr>
        <p:spPr bwMode="auto">
          <a:xfrm>
            <a:off x="346075" y="421226"/>
            <a:ext cx="9862734" cy="376138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>
            <a:lvl1pPr>
              <a:defRPr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r>
              <a:rPr lang="ru-RU"/>
              <a:t>ОБРАЗЕЦ ЗАГОЛОВКА</a:t>
            </a:r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userDrawn="1">
  <p:cSld name="Два объекта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596662927" name="Объект 2"/>
          <p:cNvSpPr>
            <a:spLocks noGrp="1"/>
          </p:cNvSpPr>
          <p:nvPr>
            <p:ph sz="half" idx="1"/>
          </p:nvPr>
        </p:nvSpPr>
        <p:spPr bwMode="auto">
          <a:xfrm>
            <a:off x="315387" y="1016001"/>
            <a:ext cx="5704418" cy="5184774"/>
          </a:xfrm>
        </p:spPr>
        <p:txBody>
          <a:bodyPr/>
          <a:lstStyle/>
          <a:p>
            <a:pPr lvl="0">
              <a:defRPr/>
            </a:pPr>
            <a:r>
              <a:rPr lang="ru-RU"/>
              <a:t>Образец текста</a:t>
            </a:r>
            <a:endParaRPr/>
          </a:p>
          <a:p>
            <a:pPr lvl="1">
              <a:defRPr/>
            </a:pPr>
            <a:r>
              <a:rPr lang="ru-RU"/>
              <a:t>Второй уровень</a:t>
            </a:r>
            <a:endParaRPr/>
          </a:p>
          <a:p>
            <a:pPr lvl="2">
              <a:defRPr/>
            </a:pPr>
            <a:r>
              <a:rPr lang="ru-RU"/>
              <a:t>Третий уровень</a:t>
            </a:r>
            <a:endParaRPr/>
          </a:p>
          <a:p>
            <a:pPr lvl="3">
              <a:defRPr/>
            </a:pPr>
            <a:r>
              <a:rPr lang="ru-RU"/>
              <a:t>Четвертый уровень</a:t>
            </a:r>
            <a:endParaRPr/>
          </a:p>
          <a:p>
            <a:pPr lvl="4">
              <a:defRPr/>
            </a:pPr>
            <a:r>
              <a:rPr lang="ru-RU"/>
              <a:t>Пятый уровень</a:t>
            </a:r>
            <a:endParaRPr/>
          </a:p>
        </p:txBody>
      </p:sp>
      <p:sp>
        <p:nvSpPr>
          <p:cNvPr id="575747776" name="Объект 3"/>
          <p:cNvSpPr>
            <a:spLocks noGrp="1"/>
          </p:cNvSpPr>
          <p:nvPr>
            <p:ph sz="half" idx="2"/>
          </p:nvPr>
        </p:nvSpPr>
        <p:spPr bwMode="auto">
          <a:xfrm>
            <a:off x="6172206" y="1016001"/>
            <a:ext cx="5670472" cy="5184774"/>
          </a:xfrm>
        </p:spPr>
        <p:txBody>
          <a:bodyPr/>
          <a:lstStyle/>
          <a:p>
            <a:pPr lvl="0">
              <a:defRPr/>
            </a:pPr>
            <a:r>
              <a:rPr lang="ru-RU"/>
              <a:t>Образец текста</a:t>
            </a:r>
            <a:endParaRPr/>
          </a:p>
          <a:p>
            <a:pPr lvl="1">
              <a:defRPr/>
            </a:pPr>
            <a:r>
              <a:rPr lang="ru-RU"/>
              <a:t>Второй уровень</a:t>
            </a:r>
            <a:endParaRPr/>
          </a:p>
          <a:p>
            <a:pPr lvl="2">
              <a:defRPr/>
            </a:pPr>
            <a:r>
              <a:rPr lang="ru-RU"/>
              <a:t>Третий уровень</a:t>
            </a:r>
            <a:endParaRPr/>
          </a:p>
          <a:p>
            <a:pPr lvl="3">
              <a:defRPr/>
            </a:pPr>
            <a:r>
              <a:rPr lang="ru-RU"/>
              <a:t>Четвертый уровень</a:t>
            </a:r>
            <a:endParaRPr/>
          </a:p>
          <a:p>
            <a:pPr lvl="4">
              <a:defRPr/>
            </a:pPr>
            <a:r>
              <a:rPr lang="ru-RU"/>
              <a:t>Пятый уровень</a:t>
            </a:r>
            <a:endParaRPr/>
          </a:p>
        </p:txBody>
      </p:sp>
      <p:sp>
        <p:nvSpPr>
          <p:cNvPr id="1751898664" name="Дата 3"/>
          <p:cNvSpPr>
            <a:spLocks noGrp="1"/>
          </p:cNvSpPr>
          <p:nvPr>
            <p:ph type="dt" sz="half" idx="10"/>
          </p:nvPr>
        </p:nvSpPr>
        <p:spPr bwMode="auto"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5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fld id="{43014BBE-C503-4380-A869-5EE8294FE947}" type="datetime1">
              <a:rPr lang="ru-RU"/>
              <a:t>29.09.2026</a:t>
            </a:fld>
            <a:endParaRPr lang="ru-RU"/>
          </a:p>
        </p:txBody>
      </p:sp>
      <p:sp>
        <p:nvSpPr>
          <p:cNvPr id="414750418" name="Нижний колонтитул 4"/>
          <p:cNvSpPr>
            <a:spLocks noGrp="1"/>
          </p:cNvSpPr>
          <p:nvPr>
            <p:ph type="ftr" sz="quarter" idx="3"/>
          </p:nvPr>
        </p:nvSpPr>
        <p:spPr bwMode="auto"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5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endParaRPr lang="ru-RU"/>
          </a:p>
        </p:txBody>
      </p:sp>
      <p:sp>
        <p:nvSpPr>
          <p:cNvPr id="1632791127" name="Номер слайда 5"/>
          <p:cNvSpPr>
            <a:spLocks noGrp="1"/>
          </p:cNvSpPr>
          <p:nvPr>
            <p:ph type="sldNum" sz="quarter" idx="4"/>
          </p:nvPr>
        </p:nvSpPr>
        <p:spPr bwMode="auto">
          <a:xfrm>
            <a:off x="11413507" y="6356357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fld id="{52DCC5B9-D646-4B76-891F-6FF4E74E9CB4}" type="slidenum">
              <a:rPr lang="ru-RU"/>
              <a:t>&lt;#&gt;</a:t>
            </a:fld>
            <a:endParaRPr lang="ru-RU"/>
          </a:p>
        </p:txBody>
      </p:sp>
      <p:sp>
        <p:nvSpPr>
          <p:cNvPr id="881370103" name="Заголовок 1"/>
          <p:cNvSpPr>
            <a:spLocks noGrp="1"/>
          </p:cNvSpPr>
          <p:nvPr>
            <p:ph type="title"/>
          </p:nvPr>
        </p:nvSpPr>
        <p:spPr bwMode="auto">
          <a:xfrm>
            <a:off x="346075" y="421226"/>
            <a:ext cx="9862734" cy="376138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/>
          <a:p>
            <a:pPr>
              <a:defRPr/>
            </a:pPr>
            <a:r>
              <a:rPr lang="ru-RU"/>
              <a:t>ОБРАЗЕЦ ЗАГОЛОВКА</a:t>
            </a:r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userDrawn="1">
  <p:cSld name="Сравнение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343227549" name="Текст 2"/>
          <p:cNvSpPr>
            <a:spLocks noGrp="1"/>
          </p:cNvSpPr>
          <p:nvPr>
            <p:ph type="body" idx="1"/>
          </p:nvPr>
        </p:nvSpPr>
        <p:spPr bwMode="auto">
          <a:xfrm>
            <a:off x="315386" y="1015427"/>
            <a:ext cx="5682193" cy="365125"/>
          </a:xfrm>
        </p:spPr>
        <p:txBody>
          <a:bodyPr anchor="b">
            <a:normAutofit/>
          </a:bodyPr>
          <a:lstStyle>
            <a:lvl1pPr marL="0" indent="0">
              <a:buNone/>
              <a:defRPr sz="1400" b="1"/>
            </a:lvl1pPr>
            <a:lvl2pPr marL="289378" indent="0">
              <a:buNone/>
              <a:defRPr sz="1250" b="1"/>
            </a:lvl2pPr>
            <a:lvl3pPr marL="578755" indent="0">
              <a:buNone/>
              <a:defRPr sz="1150" b="1"/>
            </a:lvl3pPr>
            <a:lvl4pPr marL="868132" indent="0">
              <a:buNone/>
              <a:defRPr sz="1000" b="1"/>
            </a:lvl4pPr>
            <a:lvl5pPr marL="1157510" indent="0">
              <a:buNone/>
              <a:defRPr sz="1000" b="1"/>
            </a:lvl5pPr>
            <a:lvl6pPr marL="1446887" indent="0">
              <a:buNone/>
              <a:defRPr sz="1000" b="1"/>
            </a:lvl6pPr>
            <a:lvl7pPr marL="1736266" indent="0">
              <a:buNone/>
              <a:defRPr sz="1000" b="1"/>
            </a:lvl7pPr>
            <a:lvl8pPr marL="2025644" indent="0">
              <a:buNone/>
              <a:defRPr sz="1000" b="1"/>
            </a:lvl8pPr>
            <a:lvl9pPr marL="2315021" indent="0">
              <a:buNone/>
              <a:defRPr sz="1000" b="1"/>
            </a:lvl9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  <p:sp>
        <p:nvSpPr>
          <p:cNvPr id="1188687172" name="Объект 3"/>
          <p:cNvSpPr>
            <a:spLocks noGrp="1"/>
          </p:cNvSpPr>
          <p:nvPr>
            <p:ph sz="half" idx="2"/>
          </p:nvPr>
        </p:nvSpPr>
        <p:spPr bwMode="auto">
          <a:xfrm>
            <a:off x="349334" y="1598615"/>
            <a:ext cx="5648250" cy="4602160"/>
          </a:xfrm>
        </p:spPr>
        <p:txBody>
          <a:bodyPr/>
          <a:lstStyle/>
          <a:p>
            <a:pPr lvl="0">
              <a:defRPr/>
            </a:pPr>
            <a:r>
              <a:rPr lang="ru-RU"/>
              <a:t>Образец текста</a:t>
            </a:r>
            <a:endParaRPr/>
          </a:p>
          <a:p>
            <a:pPr lvl="1">
              <a:defRPr/>
            </a:pPr>
            <a:r>
              <a:rPr lang="ru-RU"/>
              <a:t>Второй уровень</a:t>
            </a:r>
            <a:endParaRPr/>
          </a:p>
          <a:p>
            <a:pPr lvl="2">
              <a:defRPr/>
            </a:pPr>
            <a:r>
              <a:rPr lang="ru-RU"/>
              <a:t>Третий уровень</a:t>
            </a:r>
            <a:endParaRPr/>
          </a:p>
          <a:p>
            <a:pPr lvl="3">
              <a:defRPr/>
            </a:pPr>
            <a:r>
              <a:rPr lang="ru-RU"/>
              <a:t>Четвертый уровень</a:t>
            </a:r>
            <a:endParaRPr/>
          </a:p>
          <a:p>
            <a:pPr lvl="4">
              <a:defRPr/>
            </a:pPr>
            <a:r>
              <a:rPr lang="ru-RU"/>
              <a:t>Пятый уровень</a:t>
            </a:r>
            <a:endParaRPr lang="ru-RU"/>
          </a:p>
        </p:txBody>
      </p:sp>
      <p:sp>
        <p:nvSpPr>
          <p:cNvPr id="1665021446" name="Текст 4"/>
          <p:cNvSpPr>
            <a:spLocks noGrp="1"/>
          </p:cNvSpPr>
          <p:nvPr>
            <p:ph type="body" sz="quarter" idx="3"/>
          </p:nvPr>
        </p:nvSpPr>
        <p:spPr bwMode="auto">
          <a:xfrm>
            <a:off x="6172205" y="1015427"/>
            <a:ext cx="5684841" cy="365125"/>
          </a:xfrm>
        </p:spPr>
        <p:txBody>
          <a:bodyPr anchor="b">
            <a:normAutofit/>
          </a:bodyPr>
          <a:lstStyle>
            <a:lvl1pPr marL="0" indent="0">
              <a:buNone/>
              <a:defRPr sz="1400" b="1"/>
            </a:lvl1pPr>
            <a:lvl2pPr marL="289378" indent="0">
              <a:buNone/>
              <a:defRPr sz="1250" b="1"/>
            </a:lvl2pPr>
            <a:lvl3pPr marL="578755" indent="0">
              <a:buNone/>
              <a:defRPr sz="1150" b="1"/>
            </a:lvl3pPr>
            <a:lvl4pPr marL="868132" indent="0">
              <a:buNone/>
              <a:defRPr sz="1000" b="1"/>
            </a:lvl4pPr>
            <a:lvl5pPr marL="1157510" indent="0">
              <a:buNone/>
              <a:defRPr sz="1000" b="1"/>
            </a:lvl5pPr>
            <a:lvl6pPr marL="1446887" indent="0">
              <a:buNone/>
              <a:defRPr sz="1000" b="1"/>
            </a:lvl6pPr>
            <a:lvl7pPr marL="1736266" indent="0">
              <a:buNone/>
              <a:defRPr sz="1000" b="1"/>
            </a:lvl7pPr>
            <a:lvl8pPr marL="2025644" indent="0">
              <a:buNone/>
              <a:defRPr sz="1000" b="1"/>
            </a:lvl8pPr>
            <a:lvl9pPr marL="2315021" indent="0">
              <a:buNone/>
              <a:defRPr sz="1000" b="1"/>
            </a:lvl9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  <p:sp>
        <p:nvSpPr>
          <p:cNvPr id="1275044189" name="Объект 5"/>
          <p:cNvSpPr>
            <a:spLocks noGrp="1"/>
          </p:cNvSpPr>
          <p:nvPr>
            <p:ph sz="quarter" idx="4"/>
          </p:nvPr>
        </p:nvSpPr>
        <p:spPr bwMode="auto">
          <a:xfrm>
            <a:off x="6172202" y="1598615"/>
            <a:ext cx="5670472" cy="4602160"/>
          </a:xfrm>
        </p:spPr>
        <p:txBody>
          <a:bodyPr/>
          <a:lstStyle/>
          <a:p>
            <a:pPr lvl="0">
              <a:defRPr/>
            </a:pPr>
            <a:r>
              <a:rPr lang="ru-RU"/>
              <a:t>Образец текста</a:t>
            </a:r>
            <a:endParaRPr/>
          </a:p>
          <a:p>
            <a:pPr lvl="1">
              <a:defRPr/>
            </a:pPr>
            <a:r>
              <a:rPr lang="ru-RU"/>
              <a:t>Второй уровень</a:t>
            </a:r>
            <a:endParaRPr/>
          </a:p>
          <a:p>
            <a:pPr lvl="2">
              <a:defRPr/>
            </a:pPr>
            <a:r>
              <a:rPr lang="ru-RU"/>
              <a:t>Третий уровень</a:t>
            </a:r>
            <a:endParaRPr/>
          </a:p>
          <a:p>
            <a:pPr lvl="3">
              <a:defRPr/>
            </a:pPr>
            <a:r>
              <a:rPr lang="ru-RU"/>
              <a:t>Четвертый уровень</a:t>
            </a:r>
            <a:endParaRPr/>
          </a:p>
          <a:p>
            <a:pPr lvl="4">
              <a:defRPr/>
            </a:pPr>
            <a:r>
              <a:rPr lang="ru-RU"/>
              <a:t>Пятый уровень</a:t>
            </a:r>
            <a:endParaRPr/>
          </a:p>
        </p:txBody>
      </p:sp>
      <p:sp>
        <p:nvSpPr>
          <p:cNvPr id="1157043963" name="Дата 3"/>
          <p:cNvSpPr>
            <a:spLocks noGrp="1"/>
          </p:cNvSpPr>
          <p:nvPr>
            <p:ph type="dt" sz="half" idx="10"/>
          </p:nvPr>
        </p:nvSpPr>
        <p:spPr bwMode="auto"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5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fld id="{0D568497-304A-497F-ADAE-97D3CF462C1C}" type="datetime1">
              <a:rPr lang="ru-RU"/>
              <a:t>29.09.2026</a:t>
            </a:fld>
            <a:endParaRPr lang="ru-RU"/>
          </a:p>
        </p:txBody>
      </p:sp>
      <p:sp>
        <p:nvSpPr>
          <p:cNvPr id="502844155" name="Нижний колонтитул 4"/>
          <p:cNvSpPr>
            <a:spLocks noGrp="1"/>
          </p:cNvSpPr>
          <p:nvPr>
            <p:ph type="ftr" sz="quarter" idx="11"/>
          </p:nvPr>
        </p:nvSpPr>
        <p:spPr bwMode="auto"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5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endParaRPr lang="ru-RU"/>
          </a:p>
        </p:txBody>
      </p:sp>
      <p:sp>
        <p:nvSpPr>
          <p:cNvPr id="444050939" name="Номер слайда 5"/>
          <p:cNvSpPr>
            <a:spLocks noGrp="1"/>
          </p:cNvSpPr>
          <p:nvPr>
            <p:ph type="sldNum" sz="quarter" idx="12"/>
          </p:nvPr>
        </p:nvSpPr>
        <p:spPr bwMode="auto">
          <a:xfrm>
            <a:off x="11413507" y="6356357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fld id="{52DCC5B9-D646-4B76-891F-6FF4E74E9CB4}" type="slidenum">
              <a:rPr lang="ru-RU"/>
              <a:t>&lt;#&gt;</a:t>
            </a:fld>
            <a:endParaRPr lang="ru-RU"/>
          </a:p>
        </p:txBody>
      </p:sp>
      <p:sp>
        <p:nvSpPr>
          <p:cNvPr id="1725483806" name="Заголовок 1"/>
          <p:cNvSpPr>
            <a:spLocks noGrp="1"/>
          </p:cNvSpPr>
          <p:nvPr>
            <p:ph type="title"/>
          </p:nvPr>
        </p:nvSpPr>
        <p:spPr bwMode="auto">
          <a:xfrm>
            <a:off x="349334" y="421226"/>
            <a:ext cx="9862734" cy="376138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/>
          <a:p>
            <a:pPr>
              <a:defRPr/>
            </a:pPr>
            <a:r>
              <a:rPr lang="ru-RU"/>
              <a:t>ОБРАЗЕЦ ЗАГОЛОВКА</a:t>
            </a:r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type="blank" userDrawn="1">
  <p:cSld name="Пустой слайд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025398318" name="Дата 3"/>
          <p:cNvSpPr>
            <a:spLocks noGrp="1"/>
          </p:cNvSpPr>
          <p:nvPr>
            <p:ph type="dt" sz="half" idx="2"/>
          </p:nvPr>
        </p:nvSpPr>
        <p:spPr bwMode="auto"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5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fld id="{92CB240C-04A3-49D4-83F9-87A9C6C414DC}" type="datetime1">
              <a:rPr lang="ru-RU"/>
              <a:t>29.09.2026</a:t>
            </a:fld>
            <a:endParaRPr lang="ru-RU"/>
          </a:p>
        </p:txBody>
      </p:sp>
      <p:sp>
        <p:nvSpPr>
          <p:cNvPr id="1105884149" name="Нижний колонтитул 4"/>
          <p:cNvSpPr>
            <a:spLocks noGrp="1"/>
          </p:cNvSpPr>
          <p:nvPr>
            <p:ph type="ftr" sz="quarter" idx="3"/>
          </p:nvPr>
        </p:nvSpPr>
        <p:spPr bwMode="auto"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5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endParaRPr lang="ru-RU"/>
          </a:p>
        </p:txBody>
      </p:sp>
      <p:sp>
        <p:nvSpPr>
          <p:cNvPr id="67647413" name="Номер слайда 5"/>
          <p:cNvSpPr>
            <a:spLocks noGrp="1"/>
          </p:cNvSpPr>
          <p:nvPr>
            <p:ph type="sldNum" sz="quarter" idx="4"/>
          </p:nvPr>
        </p:nvSpPr>
        <p:spPr bwMode="auto">
          <a:xfrm>
            <a:off x="11413507" y="6356357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fld id="{52DCC5B9-D646-4B76-891F-6FF4E74E9CB4}" type="slidenum">
              <a:rPr lang="ru-RU"/>
              <a:t>&lt;#&gt;</a:t>
            </a:fld>
            <a:endParaRPr lang="ru-RU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type="objTx" userDrawn="1">
  <p:cSld name="Объект с подписью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816637662" name="Заголовок 1"/>
          <p:cNvSpPr>
            <a:spLocks noGrp="1"/>
          </p:cNvSpPr>
          <p:nvPr>
            <p:ph type="title" hasCustomPrompt="1"/>
          </p:nvPr>
        </p:nvSpPr>
        <p:spPr bwMode="auto">
          <a:xfrm>
            <a:off x="334966" y="1015999"/>
            <a:ext cx="4437062" cy="1213417"/>
          </a:xfrm>
        </p:spPr>
        <p:txBody>
          <a:bodyPr anchor="b"/>
          <a:lstStyle>
            <a:lvl1pPr>
              <a:defRPr sz="2400"/>
            </a:lvl1pPr>
          </a:lstStyle>
          <a:p>
            <a:pPr>
              <a:defRPr/>
            </a:pPr>
            <a:r>
              <a:rPr lang="ru-RU"/>
              <a:t>ОБРАЗЕЦ ЗАГОЛОВКА</a:t>
            </a:r>
            <a:endParaRPr/>
          </a:p>
        </p:txBody>
      </p:sp>
      <p:sp>
        <p:nvSpPr>
          <p:cNvPr id="550976070" name="Объект 2"/>
          <p:cNvSpPr>
            <a:spLocks noGrp="1"/>
          </p:cNvSpPr>
          <p:nvPr>
            <p:ph idx="1"/>
          </p:nvPr>
        </p:nvSpPr>
        <p:spPr bwMode="auto">
          <a:xfrm>
            <a:off x="5183194" y="1015999"/>
            <a:ext cx="6673847" cy="5049521"/>
          </a:xfrm>
        </p:spPr>
        <p:txBody>
          <a:bodyPr>
            <a:normAutofit/>
          </a:bodyPr>
          <a:lstStyle>
            <a:lvl1pPr>
              <a:defRPr sz="1750"/>
            </a:lvl1pPr>
            <a:lvl2pPr>
              <a:defRPr sz="1500"/>
            </a:lvl2pPr>
            <a:lvl3pPr>
              <a:defRPr sz="1250"/>
            </a:lvl3pPr>
            <a:lvl4pPr>
              <a:defRPr sz="1150"/>
            </a:lvl4pPr>
            <a:lvl5pPr>
              <a:defRPr sz="1150"/>
            </a:lvl5pPr>
            <a:lvl6pPr>
              <a:defRPr sz="1250"/>
            </a:lvl6pPr>
            <a:lvl7pPr>
              <a:defRPr sz="1250"/>
            </a:lvl7pPr>
            <a:lvl8pPr>
              <a:defRPr sz="1250"/>
            </a:lvl8pPr>
            <a:lvl9pPr>
              <a:defRPr sz="1250"/>
            </a:lvl9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  <a:p>
            <a:pPr lvl="1">
              <a:defRPr/>
            </a:pPr>
            <a:r>
              <a:rPr lang="ru-RU"/>
              <a:t>Второй уровень</a:t>
            </a:r>
            <a:endParaRPr/>
          </a:p>
          <a:p>
            <a:pPr lvl="2">
              <a:defRPr/>
            </a:pPr>
            <a:r>
              <a:rPr lang="ru-RU"/>
              <a:t>Третий уровень</a:t>
            </a:r>
            <a:endParaRPr/>
          </a:p>
          <a:p>
            <a:pPr lvl="3">
              <a:defRPr/>
            </a:pPr>
            <a:r>
              <a:rPr lang="ru-RU"/>
              <a:t>Четвертый уровень</a:t>
            </a:r>
            <a:endParaRPr/>
          </a:p>
          <a:p>
            <a:pPr lvl="4">
              <a:defRPr/>
            </a:pPr>
            <a:r>
              <a:rPr lang="ru-RU"/>
              <a:t>Пятый уровень</a:t>
            </a:r>
            <a:endParaRPr/>
          </a:p>
        </p:txBody>
      </p:sp>
      <p:sp>
        <p:nvSpPr>
          <p:cNvPr id="218980734" name="Текст 3"/>
          <p:cNvSpPr>
            <a:spLocks noGrp="1"/>
          </p:cNvSpPr>
          <p:nvPr>
            <p:ph type="body" sz="half" idx="2"/>
          </p:nvPr>
        </p:nvSpPr>
        <p:spPr bwMode="auto">
          <a:xfrm>
            <a:off x="334966" y="2428239"/>
            <a:ext cx="4437062" cy="3637281"/>
          </a:xfrm>
        </p:spPr>
        <p:txBody>
          <a:bodyPr>
            <a:normAutofit/>
          </a:bodyPr>
          <a:lstStyle>
            <a:lvl1pPr marL="0" indent="0">
              <a:buNone/>
              <a:defRPr sz="1400"/>
            </a:lvl1pPr>
            <a:lvl2pPr marL="289378" indent="0">
              <a:buNone/>
              <a:defRPr sz="900"/>
            </a:lvl2pPr>
            <a:lvl3pPr marL="578755" indent="0">
              <a:buNone/>
              <a:defRPr sz="750"/>
            </a:lvl3pPr>
            <a:lvl4pPr marL="868132" indent="0">
              <a:buNone/>
              <a:defRPr sz="650"/>
            </a:lvl4pPr>
            <a:lvl5pPr marL="1157510" indent="0">
              <a:buNone/>
              <a:defRPr sz="650"/>
            </a:lvl5pPr>
            <a:lvl6pPr marL="1446887" indent="0">
              <a:buNone/>
              <a:defRPr sz="650"/>
            </a:lvl6pPr>
            <a:lvl7pPr marL="1736266" indent="0">
              <a:buNone/>
              <a:defRPr sz="650"/>
            </a:lvl7pPr>
            <a:lvl8pPr marL="2025644" indent="0">
              <a:buNone/>
              <a:defRPr sz="650"/>
            </a:lvl8pPr>
            <a:lvl9pPr marL="2315021" indent="0">
              <a:buNone/>
              <a:defRPr sz="650"/>
            </a:lvl9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  <p:sp>
        <p:nvSpPr>
          <p:cNvPr id="129234606" name="Дата 3"/>
          <p:cNvSpPr>
            <a:spLocks noGrp="1"/>
          </p:cNvSpPr>
          <p:nvPr>
            <p:ph type="dt" sz="half" idx="10"/>
          </p:nvPr>
        </p:nvSpPr>
        <p:spPr bwMode="auto"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5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fld id="{DE74468B-3512-454B-AB51-7AE95604D39E}" type="datetime1">
              <a:rPr lang="ru-RU"/>
              <a:t>29.09.2026</a:t>
            </a:fld>
            <a:endParaRPr lang="ru-RU"/>
          </a:p>
        </p:txBody>
      </p:sp>
      <p:sp>
        <p:nvSpPr>
          <p:cNvPr id="1971998568" name="Нижний колонтитул 4"/>
          <p:cNvSpPr>
            <a:spLocks noGrp="1"/>
          </p:cNvSpPr>
          <p:nvPr>
            <p:ph type="ftr" sz="quarter" idx="3"/>
          </p:nvPr>
        </p:nvSpPr>
        <p:spPr bwMode="auto"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5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endParaRPr lang="ru-RU"/>
          </a:p>
        </p:txBody>
      </p:sp>
      <p:sp>
        <p:nvSpPr>
          <p:cNvPr id="959112234" name="Номер слайда 5"/>
          <p:cNvSpPr>
            <a:spLocks noGrp="1"/>
          </p:cNvSpPr>
          <p:nvPr>
            <p:ph type="sldNum" sz="quarter" idx="4"/>
          </p:nvPr>
        </p:nvSpPr>
        <p:spPr bwMode="auto">
          <a:xfrm>
            <a:off x="11413507" y="6356357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fld id="{52DCC5B9-D646-4B76-891F-6FF4E74E9CB4}" type="slidenum">
              <a:rPr lang="ru-RU"/>
              <a:t>&lt;#&gt;</a:t>
            </a:fld>
            <a:endParaRPr lang="ru-RU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userDrawn="1">
  <p:cSld name="Рисунок с подписью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401403366" name="Дата 4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ABAB2196-A440-4E25-B9FF-D0ADB01B1A15}" type="datetime1">
              <a:rPr lang="ru-RU"/>
              <a:t>29.09.2026</a:t>
            </a:fld>
            <a:endParaRPr lang="ru-RU"/>
          </a:p>
        </p:txBody>
      </p:sp>
      <p:sp>
        <p:nvSpPr>
          <p:cNvPr id="371790872" name="Нижний колонтитул 5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 lang="ru-RU"/>
          </a:p>
        </p:txBody>
      </p:sp>
      <p:sp>
        <p:nvSpPr>
          <p:cNvPr id="1754342521" name="Заголовок 1"/>
          <p:cNvSpPr>
            <a:spLocks noGrp="1"/>
          </p:cNvSpPr>
          <p:nvPr>
            <p:ph type="ctrTitle" hasCustomPrompt="1"/>
          </p:nvPr>
        </p:nvSpPr>
        <p:spPr bwMode="auto">
          <a:xfrm>
            <a:off x="802640" y="3922529"/>
            <a:ext cx="5293359" cy="1654542"/>
          </a:xfrm>
        </p:spPr>
        <p:txBody>
          <a:bodyPr anchor="ctr" anchorCtr="0"/>
          <a:lstStyle>
            <a:lvl1pPr algn="l">
              <a:defRPr sz="28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r>
              <a:rPr lang="ru-RU"/>
              <a:t>ОБРАЗЕЦ ЗАГОЛОВКА</a:t>
            </a:r>
            <a:endParaRPr/>
          </a:p>
        </p:txBody>
      </p:sp>
      <p:sp>
        <p:nvSpPr>
          <p:cNvPr id="1830626886" name="Номер слайда 5"/>
          <p:cNvSpPr>
            <a:spLocks noGrp="1"/>
          </p:cNvSpPr>
          <p:nvPr>
            <p:ph type="sldNum" sz="quarter" idx="4"/>
          </p:nvPr>
        </p:nvSpPr>
        <p:spPr bwMode="auto">
          <a:xfrm>
            <a:off x="11413507" y="6356357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fld id="{52DCC5B9-D646-4B76-891F-6FF4E74E9CB4}" type="slidenum">
              <a:rPr lang="ru-RU"/>
              <a:t>1</a:t>
            </a:fld>
            <a:endParaRPr lang="ru-RU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userDrawn="1">
  <p:cSld name="Содержание_1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007605407" name="Дата 3"/>
          <p:cNvSpPr>
            <a:spLocks noGrp="1"/>
          </p:cNvSpPr>
          <p:nvPr>
            <p:ph type="dt" sz="half" idx="2"/>
          </p:nvPr>
        </p:nvSpPr>
        <p:spPr bwMode="auto"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5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fld id="{C7BAE699-64F9-49EF-B784-2DEF2B221955}" type="datetime1">
              <a:rPr lang="ru-RU"/>
              <a:t>29.09.2026</a:t>
            </a:fld>
            <a:endParaRPr lang="ru-RU"/>
          </a:p>
        </p:txBody>
      </p:sp>
      <p:sp>
        <p:nvSpPr>
          <p:cNvPr id="1944200376" name="Нижний колонтитул 4"/>
          <p:cNvSpPr>
            <a:spLocks noGrp="1"/>
          </p:cNvSpPr>
          <p:nvPr>
            <p:ph type="ftr" sz="quarter" idx="3"/>
          </p:nvPr>
        </p:nvSpPr>
        <p:spPr bwMode="auto"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5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endParaRPr lang="ru-RU"/>
          </a:p>
        </p:txBody>
      </p:sp>
      <p:sp>
        <p:nvSpPr>
          <p:cNvPr id="495936299" name="Номер слайда 5"/>
          <p:cNvSpPr>
            <a:spLocks noGrp="1"/>
          </p:cNvSpPr>
          <p:nvPr>
            <p:ph type="sldNum" sz="quarter" idx="4"/>
          </p:nvPr>
        </p:nvSpPr>
        <p:spPr bwMode="auto">
          <a:xfrm>
            <a:off x="11413507" y="6356357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fld id="{52DCC5B9-D646-4B76-891F-6FF4E74E9CB4}" type="slidenum">
              <a:rPr lang="ru-RU"/>
              <a:t>&lt;#&gt;</a:t>
            </a:fld>
            <a:endParaRPr lang="ru-RU"/>
          </a:p>
        </p:txBody>
      </p:sp>
      <p:sp>
        <p:nvSpPr>
          <p:cNvPr id="868807408" name="Текст 6"/>
          <p:cNvSpPr>
            <a:spLocks noGrp="1"/>
          </p:cNvSpPr>
          <p:nvPr>
            <p:ph type="body" sz="quarter" idx="37" hasCustomPrompt="1"/>
          </p:nvPr>
        </p:nvSpPr>
        <p:spPr bwMode="auto">
          <a:xfrm>
            <a:off x="1873541" y="1222713"/>
            <a:ext cx="3866856" cy="423628"/>
          </a:xfrm>
        </p:spPr>
        <p:txBody>
          <a:bodyPr>
            <a:noAutofit/>
          </a:bodyPr>
          <a:lstStyle>
            <a:lvl1pPr marL="0" indent="0">
              <a:buNone/>
              <a:defRPr sz="1600" b="1">
                <a:solidFill>
                  <a:schemeClr val="accent2"/>
                </a:solidFill>
              </a:defRPr>
            </a:lvl1pPr>
          </a:lstStyle>
          <a:p>
            <a:pPr lvl="0">
              <a:defRPr/>
            </a:pPr>
            <a:r>
              <a:rPr lang="ru-RU"/>
              <a:t>Заголовок</a:t>
            </a:r>
            <a:endParaRPr/>
          </a:p>
        </p:txBody>
      </p:sp>
      <p:sp>
        <p:nvSpPr>
          <p:cNvPr id="1758987062" name="Текст 9"/>
          <p:cNvSpPr>
            <a:spLocks noGrp="1"/>
          </p:cNvSpPr>
          <p:nvPr>
            <p:ph type="body" sz="quarter" idx="38" hasCustomPrompt="1"/>
          </p:nvPr>
        </p:nvSpPr>
        <p:spPr bwMode="auto">
          <a:xfrm>
            <a:off x="1873544" y="1790324"/>
            <a:ext cx="3866856" cy="672075"/>
          </a:xfrm>
        </p:spPr>
        <p:txBody>
          <a:bodyPr>
            <a:normAutofit/>
          </a:bodyPr>
          <a:lstStyle>
            <a:lvl2pPr>
              <a:defRPr sz="1400"/>
            </a:lvl2pPr>
          </a:lstStyle>
          <a:p>
            <a:pPr lvl="1">
              <a:defRPr/>
            </a:pPr>
            <a:r>
              <a:rPr lang="ru-RU"/>
              <a:t>Описание</a:t>
            </a:r>
            <a:endParaRPr/>
          </a:p>
        </p:txBody>
      </p:sp>
      <p:sp>
        <p:nvSpPr>
          <p:cNvPr id="762635447" name="Текст 6"/>
          <p:cNvSpPr>
            <a:spLocks noGrp="1"/>
          </p:cNvSpPr>
          <p:nvPr>
            <p:ph type="body" sz="quarter" idx="39" hasCustomPrompt="1"/>
          </p:nvPr>
        </p:nvSpPr>
        <p:spPr bwMode="auto">
          <a:xfrm>
            <a:off x="1854185" y="2826697"/>
            <a:ext cx="3866856" cy="403756"/>
          </a:xfrm>
        </p:spPr>
        <p:txBody>
          <a:bodyPr>
            <a:noAutofit/>
          </a:bodyPr>
          <a:lstStyle>
            <a:lvl1pPr marL="0" indent="0">
              <a:buNone/>
              <a:defRPr sz="1600" b="1">
                <a:solidFill>
                  <a:schemeClr val="accent2"/>
                </a:solidFill>
              </a:defRPr>
            </a:lvl1pPr>
          </a:lstStyle>
          <a:p>
            <a:pPr lvl="0">
              <a:defRPr/>
            </a:pPr>
            <a:r>
              <a:rPr lang="ru-RU"/>
              <a:t>Заголовок</a:t>
            </a:r>
            <a:endParaRPr/>
          </a:p>
        </p:txBody>
      </p:sp>
      <p:sp>
        <p:nvSpPr>
          <p:cNvPr id="1409778509" name="Текст 9"/>
          <p:cNvSpPr>
            <a:spLocks noGrp="1"/>
          </p:cNvSpPr>
          <p:nvPr>
            <p:ph type="body" sz="quarter" idx="40" hasCustomPrompt="1"/>
          </p:nvPr>
        </p:nvSpPr>
        <p:spPr bwMode="auto">
          <a:xfrm>
            <a:off x="1854185" y="3374436"/>
            <a:ext cx="3866856" cy="672075"/>
          </a:xfrm>
        </p:spPr>
        <p:txBody>
          <a:bodyPr>
            <a:normAutofit/>
          </a:bodyPr>
          <a:lstStyle>
            <a:lvl2pPr>
              <a:defRPr sz="1400"/>
            </a:lvl2pPr>
          </a:lstStyle>
          <a:p>
            <a:pPr lvl="1">
              <a:defRPr/>
            </a:pPr>
            <a:r>
              <a:rPr lang="ru-RU"/>
              <a:t>Описание</a:t>
            </a:r>
            <a:endParaRPr/>
          </a:p>
        </p:txBody>
      </p:sp>
      <p:sp>
        <p:nvSpPr>
          <p:cNvPr id="673391927" name="Текст 6"/>
          <p:cNvSpPr>
            <a:spLocks noGrp="1"/>
          </p:cNvSpPr>
          <p:nvPr>
            <p:ph type="body" sz="quarter" idx="41" hasCustomPrompt="1"/>
          </p:nvPr>
        </p:nvSpPr>
        <p:spPr bwMode="auto">
          <a:xfrm>
            <a:off x="1854185" y="4410809"/>
            <a:ext cx="3866856" cy="403913"/>
          </a:xfrm>
        </p:spPr>
        <p:txBody>
          <a:bodyPr>
            <a:noAutofit/>
          </a:bodyPr>
          <a:lstStyle>
            <a:lvl1pPr marL="0" indent="0">
              <a:buNone/>
              <a:defRPr sz="1600" b="1">
                <a:solidFill>
                  <a:schemeClr val="accent2"/>
                </a:solidFill>
              </a:defRPr>
            </a:lvl1pPr>
          </a:lstStyle>
          <a:p>
            <a:pPr lvl="0">
              <a:defRPr/>
            </a:pPr>
            <a:r>
              <a:rPr lang="ru-RU"/>
              <a:t>Заголовок</a:t>
            </a:r>
            <a:endParaRPr/>
          </a:p>
        </p:txBody>
      </p:sp>
      <p:sp>
        <p:nvSpPr>
          <p:cNvPr id="1093505738" name="Текст 9"/>
          <p:cNvSpPr>
            <a:spLocks noGrp="1"/>
          </p:cNvSpPr>
          <p:nvPr>
            <p:ph type="body" sz="quarter" idx="42" hasCustomPrompt="1"/>
          </p:nvPr>
        </p:nvSpPr>
        <p:spPr bwMode="auto">
          <a:xfrm>
            <a:off x="1854185" y="4958548"/>
            <a:ext cx="3866856" cy="672075"/>
          </a:xfrm>
        </p:spPr>
        <p:txBody>
          <a:bodyPr>
            <a:normAutofit/>
          </a:bodyPr>
          <a:lstStyle>
            <a:lvl2pPr>
              <a:defRPr sz="1400"/>
            </a:lvl2pPr>
          </a:lstStyle>
          <a:p>
            <a:pPr lvl="1">
              <a:defRPr/>
            </a:pPr>
            <a:r>
              <a:rPr lang="ru-RU"/>
              <a:t>Описание</a:t>
            </a:r>
            <a:endParaRPr/>
          </a:p>
        </p:txBody>
      </p:sp>
      <p:sp>
        <p:nvSpPr>
          <p:cNvPr id="1851325904" name="Текст 6"/>
          <p:cNvSpPr>
            <a:spLocks noGrp="1"/>
          </p:cNvSpPr>
          <p:nvPr>
            <p:ph type="body" sz="quarter" idx="43" hasCustomPrompt="1"/>
          </p:nvPr>
        </p:nvSpPr>
        <p:spPr bwMode="auto">
          <a:xfrm>
            <a:off x="7546648" y="1222713"/>
            <a:ext cx="3866856" cy="423628"/>
          </a:xfrm>
        </p:spPr>
        <p:txBody>
          <a:bodyPr>
            <a:noAutofit/>
          </a:bodyPr>
          <a:lstStyle>
            <a:lvl1pPr marL="0" indent="0">
              <a:buNone/>
              <a:defRPr sz="1600" b="1">
                <a:solidFill>
                  <a:schemeClr val="accent2"/>
                </a:solidFill>
              </a:defRPr>
            </a:lvl1pPr>
          </a:lstStyle>
          <a:p>
            <a:pPr lvl="0">
              <a:defRPr/>
            </a:pPr>
            <a:r>
              <a:rPr lang="ru-RU"/>
              <a:t>Заголовок</a:t>
            </a:r>
            <a:endParaRPr/>
          </a:p>
        </p:txBody>
      </p:sp>
      <p:sp>
        <p:nvSpPr>
          <p:cNvPr id="2138335449" name="Текст 9"/>
          <p:cNvSpPr>
            <a:spLocks noGrp="1"/>
          </p:cNvSpPr>
          <p:nvPr>
            <p:ph type="body" sz="quarter" idx="44" hasCustomPrompt="1"/>
          </p:nvPr>
        </p:nvSpPr>
        <p:spPr bwMode="auto">
          <a:xfrm>
            <a:off x="7546651" y="1790324"/>
            <a:ext cx="3866856" cy="672075"/>
          </a:xfrm>
        </p:spPr>
        <p:txBody>
          <a:bodyPr>
            <a:normAutofit/>
          </a:bodyPr>
          <a:lstStyle>
            <a:lvl2pPr>
              <a:defRPr sz="1400"/>
            </a:lvl2pPr>
          </a:lstStyle>
          <a:p>
            <a:pPr lvl="1">
              <a:defRPr/>
            </a:pPr>
            <a:r>
              <a:rPr lang="ru-RU"/>
              <a:t>Описание</a:t>
            </a:r>
            <a:endParaRPr/>
          </a:p>
        </p:txBody>
      </p:sp>
      <p:sp>
        <p:nvSpPr>
          <p:cNvPr id="631240902" name="Текст 6"/>
          <p:cNvSpPr>
            <a:spLocks noGrp="1"/>
          </p:cNvSpPr>
          <p:nvPr>
            <p:ph type="body" sz="quarter" idx="45" hasCustomPrompt="1"/>
          </p:nvPr>
        </p:nvSpPr>
        <p:spPr bwMode="auto">
          <a:xfrm>
            <a:off x="7527292" y="2826697"/>
            <a:ext cx="3866856" cy="403756"/>
          </a:xfrm>
        </p:spPr>
        <p:txBody>
          <a:bodyPr>
            <a:noAutofit/>
          </a:bodyPr>
          <a:lstStyle>
            <a:lvl1pPr marL="0" indent="0">
              <a:buNone/>
              <a:defRPr sz="1600" b="1">
                <a:solidFill>
                  <a:schemeClr val="accent2"/>
                </a:solidFill>
              </a:defRPr>
            </a:lvl1pPr>
          </a:lstStyle>
          <a:p>
            <a:pPr lvl="0">
              <a:defRPr/>
            </a:pPr>
            <a:r>
              <a:rPr lang="ru-RU"/>
              <a:t>Заголовок</a:t>
            </a:r>
            <a:endParaRPr/>
          </a:p>
        </p:txBody>
      </p:sp>
      <p:sp>
        <p:nvSpPr>
          <p:cNvPr id="1821927174" name="Текст 9"/>
          <p:cNvSpPr>
            <a:spLocks noGrp="1"/>
          </p:cNvSpPr>
          <p:nvPr>
            <p:ph type="body" sz="quarter" idx="46" hasCustomPrompt="1"/>
          </p:nvPr>
        </p:nvSpPr>
        <p:spPr bwMode="auto">
          <a:xfrm>
            <a:off x="7527292" y="3374436"/>
            <a:ext cx="3866856" cy="672075"/>
          </a:xfrm>
        </p:spPr>
        <p:txBody>
          <a:bodyPr>
            <a:normAutofit/>
          </a:bodyPr>
          <a:lstStyle>
            <a:lvl2pPr>
              <a:defRPr sz="1400"/>
            </a:lvl2pPr>
          </a:lstStyle>
          <a:p>
            <a:pPr lvl="1">
              <a:defRPr/>
            </a:pPr>
            <a:r>
              <a:rPr lang="ru-RU"/>
              <a:t>Описание</a:t>
            </a:r>
            <a:endParaRPr/>
          </a:p>
        </p:txBody>
      </p:sp>
      <p:sp>
        <p:nvSpPr>
          <p:cNvPr id="562352547" name="Текст 6"/>
          <p:cNvSpPr>
            <a:spLocks noGrp="1"/>
          </p:cNvSpPr>
          <p:nvPr>
            <p:ph type="body" sz="quarter" idx="47" hasCustomPrompt="1"/>
          </p:nvPr>
        </p:nvSpPr>
        <p:spPr bwMode="auto">
          <a:xfrm>
            <a:off x="7527292" y="4410809"/>
            <a:ext cx="3866856" cy="403913"/>
          </a:xfrm>
        </p:spPr>
        <p:txBody>
          <a:bodyPr>
            <a:noAutofit/>
          </a:bodyPr>
          <a:lstStyle>
            <a:lvl1pPr marL="0" indent="0">
              <a:buNone/>
              <a:defRPr sz="1600" b="1">
                <a:solidFill>
                  <a:schemeClr val="accent2"/>
                </a:solidFill>
              </a:defRPr>
            </a:lvl1pPr>
          </a:lstStyle>
          <a:p>
            <a:pPr lvl="0">
              <a:defRPr/>
            </a:pPr>
            <a:r>
              <a:rPr lang="ru-RU"/>
              <a:t>Заголовок</a:t>
            </a:r>
            <a:endParaRPr/>
          </a:p>
        </p:txBody>
      </p:sp>
      <p:sp>
        <p:nvSpPr>
          <p:cNvPr id="1185672182" name="Текст 9"/>
          <p:cNvSpPr>
            <a:spLocks noGrp="1"/>
          </p:cNvSpPr>
          <p:nvPr>
            <p:ph type="body" sz="quarter" idx="48" hasCustomPrompt="1"/>
          </p:nvPr>
        </p:nvSpPr>
        <p:spPr bwMode="auto">
          <a:xfrm>
            <a:off x="7527292" y="4958548"/>
            <a:ext cx="3866856" cy="672075"/>
          </a:xfrm>
        </p:spPr>
        <p:txBody>
          <a:bodyPr>
            <a:normAutofit/>
          </a:bodyPr>
          <a:lstStyle>
            <a:lvl2pPr>
              <a:defRPr sz="1400"/>
            </a:lvl2pPr>
          </a:lstStyle>
          <a:p>
            <a:pPr lvl="1">
              <a:defRPr/>
            </a:pPr>
            <a:r>
              <a:rPr lang="ru-RU"/>
              <a:t>Описание</a:t>
            </a:r>
            <a:endParaRPr/>
          </a:p>
        </p:txBody>
      </p:sp>
      <p:sp>
        <p:nvSpPr>
          <p:cNvPr id="867429921" name="Заголовок 1"/>
          <p:cNvSpPr>
            <a:spLocks noGrp="1"/>
          </p:cNvSpPr>
          <p:nvPr>
            <p:ph type="title"/>
          </p:nvPr>
        </p:nvSpPr>
        <p:spPr bwMode="auto">
          <a:xfrm>
            <a:off x="346075" y="421226"/>
            <a:ext cx="9862734" cy="376138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/>
          <a:p>
            <a:pPr>
              <a:defRPr/>
            </a:pPr>
            <a:r>
              <a:rPr lang="ru-RU"/>
              <a:t>ОБРАЗЕЦ ЗАГОЛОВКА</a:t>
            </a:r>
            <a:endParaRPr/>
          </a:p>
        </p:txBody>
      </p:sp>
      <p:sp>
        <p:nvSpPr>
          <p:cNvPr id="902969723" name="Текст 6"/>
          <p:cNvSpPr>
            <a:spLocks noGrp="1"/>
          </p:cNvSpPr>
          <p:nvPr>
            <p:ph type="body" sz="quarter" idx="49" hasCustomPrompt="1"/>
          </p:nvPr>
        </p:nvSpPr>
        <p:spPr bwMode="auto">
          <a:xfrm>
            <a:off x="778492" y="1187988"/>
            <a:ext cx="771003" cy="423628"/>
          </a:xfrm>
        </p:spPr>
        <p:txBody>
          <a:bodyPr>
            <a:noAutofit/>
          </a:bodyPr>
          <a:lstStyle>
            <a:lvl1pPr marL="0" indent="0">
              <a:buNone/>
              <a:defRPr sz="2800" b="0">
                <a:solidFill>
                  <a:schemeClr val="accent2"/>
                </a:solidFill>
              </a:defRPr>
            </a:lvl1pPr>
          </a:lstStyle>
          <a:p>
            <a:pPr lvl="0">
              <a:defRPr/>
            </a:pPr>
            <a:r>
              <a:rPr lang="ru-RU"/>
              <a:t>01</a:t>
            </a:r>
            <a:endParaRPr/>
          </a:p>
        </p:txBody>
      </p:sp>
      <p:sp>
        <p:nvSpPr>
          <p:cNvPr id="456670492" name="Текст 6"/>
          <p:cNvSpPr>
            <a:spLocks noGrp="1"/>
          </p:cNvSpPr>
          <p:nvPr>
            <p:ph type="body" sz="quarter" idx="50" hasCustomPrompt="1"/>
          </p:nvPr>
        </p:nvSpPr>
        <p:spPr bwMode="auto">
          <a:xfrm>
            <a:off x="759137" y="2791972"/>
            <a:ext cx="771003" cy="403756"/>
          </a:xfrm>
        </p:spPr>
        <p:txBody>
          <a:bodyPr>
            <a:noAutofit/>
          </a:bodyPr>
          <a:lstStyle>
            <a:lvl1pPr marL="0" indent="0">
              <a:buNone/>
              <a:defRPr sz="2800" b="0">
                <a:solidFill>
                  <a:schemeClr val="accent2"/>
                </a:solidFill>
              </a:defRPr>
            </a:lvl1pPr>
          </a:lstStyle>
          <a:p>
            <a:pPr lvl="0">
              <a:defRPr/>
            </a:pPr>
            <a:r>
              <a:rPr lang="ru-RU"/>
              <a:t>02</a:t>
            </a:r>
            <a:endParaRPr/>
          </a:p>
        </p:txBody>
      </p:sp>
      <p:sp>
        <p:nvSpPr>
          <p:cNvPr id="705434245" name="Текст 6"/>
          <p:cNvSpPr>
            <a:spLocks noGrp="1"/>
          </p:cNvSpPr>
          <p:nvPr>
            <p:ph type="body" sz="quarter" idx="51" hasCustomPrompt="1"/>
          </p:nvPr>
        </p:nvSpPr>
        <p:spPr bwMode="auto">
          <a:xfrm>
            <a:off x="759137" y="4376084"/>
            <a:ext cx="771003" cy="403913"/>
          </a:xfrm>
        </p:spPr>
        <p:txBody>
          <a:bodyPr>
            <a:noAutofit/>
          </a:bodyPr>
          <a:lstStyle>
            <a:lvl1pPr marL="0" indent="0">
              <a:buNone/>
              <a:defRPr sz="2800" b="0">
                <a:solidFill>
                  <a:schemeClr val="accent2"/>
                </a:solidFill>
              </a:defRPr>
            </a:lvl1pPr>
          </a:lstStyle>
          <a:p>
            <a:pPr lvl="0">
              <a:defRPr/>
            </a:pPr>
            <a:r>
              <a:rPr lang="ru-RU"/>
              <a:t>03</a:t>
            </a:r>
            <a:endParaRPr/>
          </a:p>
        </p:txBody>
      </p:sp>
      <p:sp>
        <p:nvSpPr>
          <p:cNvPr id="130115242" name="Текст 6"/>
          <p:cNvSpPr>
            <a:spLocks noGrp="1"/>
          </p:cNvSpPr>
          <p:nvPr>
            <p:ph type="body" sz="quarter" idx="52" hasCustomPrompt="1"/>
          </p:nvPr>
        </p:nvSpPr>
        <p:spPr bwMode="auto">
          <a:xfrm>
            <a:off x="6451600" y="1187988"/>
            <a:ext cx="771003" cy="423628"/>
          </a:xfrm>
        </p:spPr>
        <p:txBody>
          <a:bodyPr>
            <a:noAutofit/>
          </a:bodyPr>
          <a:lstStyle>
            <a:lvl1pPr marL="0" indent="0">
              <a:buNone/>
              <a:defRPr sz="2800" b="0">
                <a:solidFill>
                  <a:schemeClr val="accent2"/>
                </a:solidFill>
              </a:defRPr>
            </a:lvl1pPr>
          </a:lstStyle>
          <a:p>
            <a:pPr lvl="0">
              <a:defRPr/>
            </a:pPr>
            <a:r>
              <a:rPr lang="ru-RU"/>
              <a:t>04</a:t>
            </a:r>
            <a:endParaRPr/>
          </a:p>
        </p:txBody>
      </p:sp>
      <p:sp>
        <p:nvSpPr>
          <p:cNvPr id="556831981" name="Текст 6"/>
          <p:cNvSpPr>
            <a:spLocks noGrp="1"/>
          </p:cNvSpPr>
          <p:nvPr>
            <p:ph type="body" sz="quarter" idx="53" hasCustomPrompt="1"/>
          </p:nvPr>
        </p:nvSpPr>
        <p:spPr bwMode="auto">
          <a:xfrm>
            <a:off x="6432244" y="2791972"/>
            <a:ext cx="771003" cy="403756"/>
          </a:xfrm>
        </p:spPr>
        <p:txBody>
          <a:bodyPr>
            <a:noAutofit/>
          </a:bodyPr>
          <a:lstStyle>
            <a:lvl1pPr marL="0" indent="0">
              <a:buNone/>
              <a:defRPr sz="2800" b="0">
                <a:solidFill>
                  <a:schemeClr val="accent2"/>
                </a:solidFill>
              </a:defRPr>
            </a:lvl1pPr>
          </a:lstStyle>
          <a:p>
            <a:pPr lvl="0">
              <a:defRPr/>
            </a:pPr>
            <a:r>
              <a:rPr lang="ru-RU"/>
              <a:t>05</a:t>
            </a:r>
            <a:endParaRPr/>
          </a:p>
        </p:txBody>
      </p:sp>
      <p:sp>
        <p:nvSpPr>
          <p:cNvPr id="1414989857" name="Текст 6"/>
          <p:cNvSpPr>
            <a:spLocks noGrp="1"/>
          </p:cNvSpPr>
          <p:nvPr>
            <p:ph type="body" sz="quarter" idx="54" hasCustomPrompt="1"/>
          </p:nvPr>
        </p:nvSpPr>
        <p:spPr bwMode="auto">
          <a:xfrm>
            <a:off x="6432244" y="4376084"/>
            <a:ext cx="771003" cy="403913"/>
          </a:xfrm>
        </p:spPr>
        <p:txBody>
          <a:bodyPr>
            <a:noAutofit/>
          </a:bodyPr>
          <a:lstStyle>
            <a:lvl1pPr marL="0" indent="0">
              <a:buNone/>
              <a:defRPr sz="2800" b="0">
                <a:solidFill>
                  <a:schemeClr val="accent2"/>
                </a:solidFill>
              </a:defRPr>
            </a:lvl1pPr>
          </a:lstStyle>
          <a:p>
            <a:pPr lvl="0">
              <a:defRPr/>
            </a:pPr>
            <a:r>
              <a:rPr lang="ru-RU"/>
              <a:t>06</a:t>
            </a:r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userDrawn="1">
  <p:cSld name="Фотографии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45723345" name="Дата 3"/>
          <p:cNvSpPr>
            <a:spLocks noGrp="1"/>
          </p:cNvSpPr>
          <p:nvPr>
            <p:ph type="dt" sz="half" idx="2"/>
          </p:nvPr>
        </p:nvSpPr>
        <p:spPr bwMode="auto"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5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fld id="{CAFA80CC-940E-479C-90C0-76DA923785E9}" type="datetime1">
              <a:rPr lang="ru-RU"/>
              <a:t>29.09.2026</a:t>
            </a:fld>
            <a:endParaRPr lang="ru-RU"/>
          </a:p>
        </p:txBody>
      </p:sp>
      <p:sp>
        <p:nvSpPr>
          <p:cNvPr id="1737595668" name="Нижний колонтитул 4"/>
          <p:cNvSpPr>
            <a:spLocks noGrp="1"/>
          </p:cNvSpPr>
          <p:nvPr>
            <p:ph type="ftr" sz="quarter" idx="3"/>
          </p:nvPr>
        </p:nvSpPr>
        <p:spPr bwMode="auto"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5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endParaRPr lang="ru-RU"/>
          </a:p>
        </p:txBody>
      </p:sp>
      <p:sp>
        <p:nvSpPr>
          <p:cNvPr id="1751941405" name="Номер слайда 5"/>
          <p:cNvSpPr>
            <a:spLocks noGrp="1"/>
          </p:cNvSpPr>
          <p:nvPr>
            <p:ph type="sldNum" sz="quarter" idx="4"/>
          </p:nvPr>
        </p:nvSpPr>
        <p:spPr bwMode="auto">
          <a:xfrm>
            <a:off x="11413507" y="6356357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fld id="{52DCC5B9-D646-4B76-891F-6FF4E74E9CB4}" type="slidenum">
              <a:rPr lang="ru-RU"/>
              <a:t>&lt;#&gt;</a:t>
            </a:fld>
            <a:endParaRPr lang="ru-RU"/>
          </a:p>
        </p:txBody>
      </p:sp>
      <p:sp>
        <p:nvSpPr>
          <p:cNvPr id="570678759" name="Заголовок 1"/>
          <p:cNvSpPr>
            <a:spLocks noGrp="1"/>
          </p:cNvSpPr>
          <p:nvPr>
            <p:ph type="title"/>
          </p:nvPr>
        </p:nvSpPr>
        <p:spPr bwMode="auto">
          <a:xfrm>
            <a:off x="372682" y="421226"/>
            <a:ext cx="9862734" cy="376138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/>
          <a:p>
            <a:pPr>
              <a:defRPr/>
            </a:pPr>
            <a:r>
              <a:rPr lang="ru-RU"/>
              <a:t>ОБРАЗЕЦ ЗАГОЛОВКА</a:t>
            </a:r>
            <a:endParaRPr/>
          </a:p>
        </p:txBody>
      </p:sp>
      <p:sp>
        <p:nvSpPr>
          <p:cNvPr id="1436753880" name="Рисунок 7"/>
          <p:cNvSpPr>
            <a:spLocks noGrp="1"/>
          </p:cNvSpPr>
          <p:nvPr>
            <p:ph type="pic" sz="quarter" idx="10"/>
          </p:nvPr>
        </p:nvSpPr>
        <p:spPr bwMode="auto">
          <a:xfrm>
            <a:off x="7440147" y="1016001"/>
            <a:ext cx="4405777" cy="3078479"/>
          </a:xfrm>
        </p:spPr>
        <p:txBody>
          <a:bodyPr/>
          <a:lstStyle/>
          <a:p>
            <a:pPr>
              <a:defRPr/>
            </a:pPr>
            <a:endParaRPr lang="ru-RU"/>
          </a:p>
        </p:txBody>
      </p:sp>
      <p:sp>
        <p:nvSpPr>
          <p:cNvPr id="476276016" name="Рисунок 9"/>
          <p:cNvSpPr>
            <a:spLocks noGrp="1"/>
          </p:cNvSpPr>
          <p:nvPr>
            <p:ph type="pic" sz="quarter" idx="11"/>
          </p:nvPr>
        </p:nvSpPr>
        <p:spPr bwMode="auto">
          <a:xfrm>
            <a:off x="7440149" y="4389108"/>
            <a:ext cx="4405775" cy="1811668"/>
          </a:xfrm>
        </p:spPr>
        <p:txBody>
          <a:bodyPr/>
          <a:lstStyle/>
          <a:p>
            <a:pPr>
              <a:defRPr/>
            </a:pPr>
            <a:endParaRPr lang="ru-RU"/>
          </a:p>
        </p:txBody>
      </p:sp>
      <p:sp>
        <p:nvSpPr>
          <p:cNvPr id="182289344" name="Рисунок 11"/>
          <p:cNvSpPr>
            <a:spLocks noGrp="1"/>
          </p:cNvSpPr>
          <p:nvPr>
            <p:ph type="pic" sz="quarter" idx="12"/>
          </p:nvPr>
        </p:nvSpPr>
        <p:spPr bwMode="auto">
          <a:xfrm>
            <a:off x="346075" y="3223948"/>
            <a:ext cx="6806142" cy="2976827"/>
          </a:xfrm>
        </p:spPr>
        <p:txBody>
          <a:bodyPr/>
          <a:lstStyle/>
          <a:p>
            <a:pPr>
              <a:defRPr/>
            </a:pPr>
            <a:endParaRPr lang="ru-RU"/>
          </a:p>
        </p:txBody>
      </p:sp>
      <p:sp>
        <p:nvSpPr>
          <p:cNvPr id="1577818143" name="Текст 15"/>
          <p:cNvSpPr>
            <a:spLocks noGrp="1"/>
          </p:cNvSpPr>
          <p:nvPr>
            <p:ph type="body" sz="quarter" idx="14"/>
          </p:nvPr>
        </p:nvSpPr>
        <p:spPr bwMode="auto">
          <a:xfrm>
            <a:off x="346075" y="1016001"/>
            <a:ext cx="6806142" cy="2029882"/>
          </a:xfr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</p:spTree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userDrawn="1">
  <p:cSld name="Пункты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939438920" name="Дата 3"/>
          <p:cNvSpPr>
            <a:spLocks noGrp="1"/>
          </p:cNvSpPr>
          <p:nvPr>
            <p:ph type="dt" sz="half" idx="2"/>
          </p:nvPr>
        </p:nvSpPr>
        <p:spPr bwMode="auto"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5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fld id="{82A4DA7B-A7D8-4443-AD1C-4C7CDC678488}" type="datetime1">
              <a:rPr lang="ru-RU"/>
              <a:t>29.09.2026</a:t>
            </a:fld>
            <a:endParaRPr lang="ru-RU"/>
          </a:p>
        </p:txBody>
      </p:sp>
      <p:sp>
        <p:nvSpPr>
          <p:cNvPr id="1797832516" name="Нижний колонтитул 4"/>
          <p:cNvSpPr>
            <a:spLocks noGrp="1"/>
          </p:cNvSpPr>
          <p:nvPr>
            <p:ph type="ftr" sz="quarter" idx="3"/>
          </p:nvPr>
        </p:nvSpPr>
        <p:spPr bwMode="auto"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5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endParaRPr lang="ru-RU"/>
          </a:p>
        </p:txBody>
      </p:sp>
      <p:sp>
        <p:nvSpPr>
          <p:cNvPr id="1753041417" name="Заголовок 1"/>
          <p:cNvSpPr>
            <a:spLocks noGrp="1"/>
          </p:cNvSpPr>
          <p:nvPr>
            <p:ph type="title"/>
          </p:nvPr>
        </p:nvSpPr>
        <p:spPr bwMode="auto">
          <a:xfrm>
            <a:off x="361107" y="421226"/>
            <a:ext cx="9862734" cy="376138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/>
          <a:p>
            <a:pPr>
              <a:defRPr/>
            </a:pPr>
            <a:r>
              <a:rPr lang="ru-RU"/>
              <a:t>ОБРАЗЕЦ ЗАГОЛОВКА</a:t>
            </a:r>
            <a:endParaRPr/>
          </a:p>
        </p:txBody>
      </p:sp>
      <p:sp>
        <p:nvSpPr>
          <p:cNvPr id="1536446599" name="Текст 101"/>
          <p:cNvSpPr>
            <a:spLocks noGrp="1"/>
          </p:cNvSpPr>
          <p:nvPr>
            <p:ph type="body" sz="quarter" idx="14" hasCustomPrompt="1"/>
          </p:nvPr>
        </p:nvSpPr>
        <p:spPr bwMode="auto">
          <a:xfrm>
            <a:off x="1994303" y="2973742"/>
            <a:ext cx="2190810" cy="910516"/>
          </a:xfrm>
        </p:spPr>
        <p:txBody>
          <a:bodyPr/>
          <a:lstStyle>
            <a:lvl1pPr marL="0" indent="0" algn="ctr">
              <a:buNone/>
              <a:defRPr lang="ru-RU"/>
            </a:lvl1pPr>
          </a:lstStyle>
          <a:p>
            <a:pPr lvl="0">
              <a:defRPr/>
            </a:pPr>
            <a:r>
              <a:rPr lang="ru-RU"/>
              <a:t>Текст</a:t>
            </a:r>
            <a:endParaRPr/>
          </a:p>
        </p:txBody>
      </p:sp>
      <p:sp>
        <p:nvSpPr>
          <p:cNvPr id="538750877" name="Текст 74"/>
          <p:cNvSpPr>
            <a:spLocks noGrp="1"/>
          </p:cNvSpPr>
          <p:nvPr>
            <p:ph type="body" sz="quarter" idx="15"/>
          </p:nvPr>
        </p:nvSpPr>
        <p:spPr bwMode="auto">
          <a:xfrm>
            <a:off x="6662923" y="1588128"/>
            <a:ext cx="4902200" cy="712587"/>
          </a:xfrm>
        </p:spPr>
        <p:txBody>
          <a:bodyPr/>
          <a:lstStyle>
            <a:lvl1pPr marL="0" indent="0">
              <a:buNone/>
              <a:defRPr/>
            </a:lvl1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  <p:sp>
        <p:nvSpPr>
          <p:cNvPr id="1179942815" name="Текст 74"/>
          <p:cNvSpPr>
            <a:spLocks noGrp="1"/>
          </p:cNvSpPr>
          <p:nvPr>
            <p:ph type="body" sz="quarter" idx="16"/>
          </p:nvPr>
        </p:nvSpPr>
        <p:spPr bwMode="auto">
          <a:xfrm>
            <a:off x="6662923" y="2445138"/>
            <a:ext cx="4902200" cy="712587"/>
          </a:xfrm>
        </p:spPr>
        <p:txBody>
          <a:bodyPr/>
          <a:lstStyle>
            <a:lvl1pPr marL="0" indent="0">
              <a:buNone/>
              <a:defRPr/>
            </a:lvl1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  <p:sp>
        <p:nvSpPr>
          <p:cNvPr id="539339379" name="Текст 74"/>
          <p:cNvSpPr>
            <a:spLocks noGrp="1"/>
          </p:cNvSpPr>
          <p:nvPr>
            <p:ph type="body" sz="quarter" idx="17"/>
          </p:nvPr>
        </p:nvSpPr>
        <p:spPr bwMode="auto">
          <a:xfrm>
            <a:off x="6662923" y="3302147"/>
            <a:ext cx="4902200" cy="712587"/>
          </a:xfrm>
        </p:spPr>
        <p:txBody>
          <a:bodyPr/>
          <a:lstStyle>
            <a:lvl1pPr marL="0" indent="0">
              <a:buNone/>
              <a:defRPr/>
            </a:lvl1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  <p:sp>
        <p:nvSpPr>
          <p:cNvPr id="835228952" name="Текст 74"/>
          <p:cNvSpPr>
            <a:spLocks noGrp="1"/>
          </p:cNvSpPr>
          <p:nvPr>
            <p:ph type="body" sz="quarter" idx="18"/>
          </p:nvPr>
        </p:nvSpPr>
        <p:spPr bwMode="auto">
          <a:xfrm>
            <a:off x="6662923" y="4159156"/>
            <a:ext cx="4902200" cy="712587"/>
          </a:xfrm>
        </p:spPr>
        <p:txBody>
          <a:bodyPr/>
          <a:lstStyle>
            <a:lvl1pPr marL="0" indent="0">
              <a:buNone/>
              <a:defRPr/>
            </a:lvl1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  <p:sp>
        <p:nvSpPr>
          <p:cNvPr id="43787215" name="Текст 74"/>
          <p:cNvSpPr>
            <a:spLocks noGrp="1"/>
          </p:cNvSpPr>
          <p:nvPr>
            <p:ph type="body" sz="quarter" idx="19"/>
          </p:nvPr>
        </p:nvSpPr>
        <p:spPr bwMode="auto">
          <a:xfrm>
            <a:off x="6662923" y="5016166"/>
            <a:ext cx="4902200" cy="712587"/>
          </a:xfrm>
        </p:spPr>
        <p:txBody>
          <a:bodyPr/>
          <a:lstStyle>
            <a:lvl1pPr marL="0" indent="0">
              <a:buNone/>
              <a:defRPr/>
            </a:lvl1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</p:spTree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userDrawn="1">
  <p:cSld name="Статистика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707030528" name="Дата 3"/>
          <p:cNvSpPr>
            <a:spLocks noGrp="1"/>
          </p:cNvSpPr>
          <p:nvPr>
            <p:ph type="dt" sz="half" idx="2"/>
          </p:nvPr>
        </p:nvSpPr>
        <p:spPr bwMode="auto"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5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fld id="{44E505DF-C567-47F2-9374-60838F800101}" type="datetime1">
              <a:rPr lang="ru-RU"/>
              <a:t>29.09.2026</a:t>
            </a:fld>
            <a:endParaRPr lang="ru-RU"/>
          </a:p>
        </p:txBody>
      </p:sp>
      <p:sp>
        <p:nvSpPr>
          <p:cNvPr id="560865538" name="Нижний колонтитул 4"/>
          <p:cNvSpPr>
            <a:spLocks noGrp="1"/>
          </p:cNvSpPr>
          <p:nvPr>
            <p:ph type="ftr" sz="quarter" idx="3"/>
          </p:nvPr>
        </p:nvSpPr>
        <p:spPr bwMode="auto"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5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endParaRPr lang="ru-RU"/>
          </a:p>
        </p:txBody>
      </p:sp>
      <p:sp>
        <p:nvSpPr>
          <p:cNvPr id="307022523" name="Номер слайда 5"/>
          <p:cNvSpPr>
            <a:spLocks noGrp="1"/>
          </p:cNvSpPr>
          <p:nvPr>
            <p:ph type="sldNum" sz="quarter" idx="4"/>
          </p:nvPr>
        </p:nvSpPr>
        <p:spPr bwMode="auto">
          <a:xfrm>
            <a:off x="11413507" y="6356357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fld id="{52DCC5B9-D646-4B76-891F-6FF4E74E9CB4}" type="slidenum">
              <a:rPr lang="ru-RU"/>
              <a:t>&lt;#&gt;</a:t>
            </a:fld>
            <a:endParaRPr lang="ru-RU"/>
          </a:p>
        </p:txBody>
      </p:sp>
      <p:sp>
        <p:nvSpPr>
          <p:cNvPr id="489254666" name="Заголовок 1"/>
          <p:cNvSpPr>
            <a:spLocks noGrp="1"/>
          </p:cNvSpPr>
          <p:nvPr>
            <p:ph type="title"/>
          </p:nvPr>
        </p:nvSpPr>
        <p:spPr bwMode="auto">
          <a:xfrm>
            <a:off x="361107" y="421226"/>
            <a:ext cx="9862734" cy="376138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/>
          <a:p>
            <a:pPr>
              <a:defRPr/>
            </a:pPr>
            <a:r>
              <a:rPr lang="ru-RU"/>
              <a:t>ОБРАЗЕЦ ЗАГОЛОВКА</a:t>
            </a:r>
            <a:endParaRPr/>
          </a:p>
        </p:txBody>
      </p:sp>
      <p:sp>
        <p:nvSpPr>
          <p:cNvPr id="1931223516" name="Текст 35"/>
          <p:cNvSpPr>
            <a:spLocks noGrp="1"/>
          </p:cNvSpPr>
          <p:nvPr>
            <p:ph type="body" sz="quarter" idx="21"/>
          </p:nvPr>
        </p:nvSpPr>
        <p:spPr bwMode="auto">
          <a:xfrm>
            <a:off x="6683077" y="1026867"/>
            <a:ext cx="4790314" cy="1615356"/>
          </a:xfrm>
          <a:prstGeom prst="roundRect">
            <a:avLst>
              <a:gd name="adj" fmla="val 16667"/>
            </a:avLst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800" b="1">
                <a:solidFill>
                  <a:schemeClr val="accent2"/>
                </a:solidFill>
              </a:defRPr>
            </a:lvl1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  <p:sp>
        <p:nvSpPr>
          <p:cNvPr id="102637733" name="Текст 35"/>
          <p:cNvSpPr>
            <a:spLocks noGrp="1"/>
          </p:cNvSpPr>
          <p:nvPr>
            <p:ph type="body" sz="quarter" idx="18"/>
          </p:nvPr>
        </p:nvSpPr>
        <p:spPr bwMode="auto">
          <a:xfrm>
            <a:off x="6683077" y="1626932"/>
            <a:ext cx="4790314" cy="1015291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  <p:sp>
        <p:nvSpPr>
          <p:cNvPr id="1906769531" name="Текст 35"/>
          <p:cNvSpPr>
            <a:spLocks noGrp="1"/>
          </p:cNvSpPr>
          <p:nvPr>
            <p:ph type="body" sz="quarter" idx="22"/>
          </p:nvPr>
        </p:nvSpPr>
        <p:spPr bwMode="auto">
          <a:xfrm>
            <a:off x="6683077" y="2807582"/>
            <a:ext cx="4790314" cy="1615356"/>
          </a:xfrm>
          <a:prstGeom prst="roundRect">
            <a:avLst>
              <a:gd name="adj" fmla="val 16667"/>
            </a:avLst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800" b="1">
                <a:solidFill>
                  <a:schemeClr val="accent2"/>
                </a:solidFill>
              </a:defRPr>
            </a:lvl1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  <p:sp>
        <p:nvSpPr>
          <p:cNvPr id="1830450542" name="Текст 35"/>
          <p:cNvSpPr>
            <a:spLocks noGrp="1"/>
          </p:cNvSpPr>
          <p:nvPr>
            <p:ph type="body" sz="quarter" idx="23"/>
          </p:nvPr>
        </p:nvSpPr>
        <p:spPr bwMode="auto">
          <a:xfrm>
            <a:off x="6683077" y="3407647"/>
            <a:ext cx="4790314" cy="1015291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  <p:sp>
        <p:nvSpPr>
          <p:cNvPr id="435543730" name="Текст 35"/>
          <p:cNvSpPr>
            <a:spLocks noGrp="1"/>
          </p:cNvSpPr>
          <p:nvPr>
            <p:ph type="body" sz="quarter" idx="24"/>
          </p:nvPr>
        </p:nvSpPr>
        <p:spPr bwMode="auto">
          <a:xfrm>
            <a:off x="6683077" y="4584029"/>
            <a:ext cx="4790314" cy="1615356"/>
          </a:xfrm>
          <a:prstGeom prst="roundRect">
            <a:avLst>
              <a:gd name="adj" fmla="val 16667"/>
            </a:avLst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800" b="1">
                <a:solidFill>
                  <a:schemeClr val="accent2"/>
                </a:solidFill>
              </a:defRPr>
            </a:lvl1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  <p:sp>
        <p:nvSpPr>
          <p:cNvPr id="203895585" name="Текст 35"/>
          <p:cNvSpPr>
            <a:spLocks noGrp="1"/>
          </p:cNvSpPr>
          <p:nvPr>
            <p:ph type="body" sz="quarter" idx="25"/>
          </p:nvPr>
        </p:nvSpPr>
        <p:spPr bwMode="auto">
          <a:xfrm>
            <a:off x="6683077" y="5184094"/>
            <a:ext cx="4790314" cy="1015291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</p:spTree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userDrawn="1">
  <p:cSld name="1_Статистика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635722307" name="Дата 3"/>
          <p:cNvSpPr>
            <a:spLocks noGrp="1"/>
          </p:cNvSpPr>
          <p:nvPr>
            <p:ph type="dt" sz="half" idx="2"/>
          </p:nvPr>
        </p:nvSpPr>
        <p:spPr bwMode="auto"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5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fld id="{2938A0C3-5C2F-47B8-B008-79A49A1195BA}" type="datetime1">
              <a:rPr lang="ru-RU"/>
              <a:t>29.09.2026</a:t>
            </a:fld>
            <a:endParaRPr lang="ru-RU"/>
          </a:p>
        </p:txBody>
      </p:sp>
      <p:sp>
        <p:nvSpPr>
          <p:cNvPr id="42026779" name="Нижний колонтитул 4"/>
          <p:cNvSpPr>
            <a:spLocks noGrp="1"/>
          </p:cNvSpPr>
          <p:nvPr>
            <p:ph type="ftr" sz="quarter" idx="3"/>
          </p:nvPr>
        </p:nvSpPr>
        <p:spPr bwMode="auto"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5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endParaRPr lang="ru-RU"/>
          </a:p>
        </p:txBody>
      </p:sp>
      <p:sp>
        <p:nvSpPr>
          <p:cNvPr id="121781910" name="Номер слайда 5"/>
          <p:cNvSpPr>
            <a:spLocks noGrp="1"/>
          </p:cNvSpPr>
          <p:nvPr>
            <p:ph type="sldNum" sz="quarter" idx="4"/>
          </p:nvPr>
        </p:nvSpPr>
        <p:spPr bwMode="auto">
          <a:xfrm>
            <a:off x="11413507" y="6356357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fld id="{52DCC5B9-D646-4B76-891F-6FF4E74E9CB4}" type="slidenum">
              <a:rPr lang="ru-RU"/>
              <a:t>&lt;#&gt;</a:t>
            </a:fld>
            <a:endParaRPr lang="ru-RU"/>
          </a:p>
        </p:txBody>
      </p:sp>
      <p:sp>
        <p:nvSpPr>
          <p:cNvPr id="31923391" name="Заголовок 1"/>
          <p:cNvSpPr>
            <a:spLocks noGrp="1"/>
          </p:cNvSpPr>
          <p:nvPr>
            <p:ph type="title"/>
          </p:nvPr>
        </p:nvSpPr>
        <p:spPr bwMode="auto">
          <a:xfrm>
            <a:off x="349532" y="421226"/>
            <a:ext cx="9862734" cy="376138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/>
          <a:p>
            <a:pPr>
              <a:defRPr/>
            </a:pPr>
            <a:r>
              <a:rPr lang="ru-RU"/>
              <a:t>ОБРАЗЕЦ ЗАГОЛОВКА</a:t>
            </a:r>
            <a:endParaRPr/>
          </a:p>
        </p:txBody>
      </p:sp>
      <p:sp>
        <p:nvSpPr>
          <p:cNvPr id="2100944968" name="Текст 35"/>
          <p:cNvSpPr>
            <a:spLocks noGrp="1"/>
          </p:cNvSpPr>
          <p:nvPr>
            <p:ph type="body" sz="quarter" idx="21"/>
          </p:nvPr>
        </p:nvSpPr>
        <p:spPr bwMode="auto">
          <a:xfrm>
            <a:off x="6683077" y="1016000"/>
            <a:ext cx="4790314" cy="1021701"/>
          </a:xfrm>
          <a:prstGeom prst="roundRect">
            <a:avLst>
              <a:gd name="adj" fmla="val 16667"/>
            </a:avLst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800" b="1">
                <a:solidFill>
                  <a:schemeClr val="accent1"/>
                </a:solidFill>
              </a:defRPr>
            </a:lvl1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  <p:sp>
        <p:nvSpPr>
          <p:cNvPr id="1448356105" name="Текст 35"/>
          <p:cNvSpPr>
            <a:spLocks noGrp="1"/>
          </p:cNvSpPr>
          <p:nvPr>
            <p:ph type="body" sz="quarter" idx="18"/>
          </p:nvPr>
        </p:nvSpPr>
        <p:spPr bwMode="auto">
          <a:xfrm>
            <a:off x="6683077" y="1395537"/>
            <a:ext cx="4790314" cy="642164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  <p:sp>
        <p:nvSpPr>
          <p:cNvPr id="149175997" name="Текст 35"/>
          <p:cNvSpPr>
            <a:spLocks noGrp="1"/>
          </p:cNvSpPr>
          <p:nvPr>
            <p:ph type="body" sz="quarter" idx="22"/>
          </p:nvPr>
        </p:nvSpPr>
        <p:spPr bwMode="auto">
          <a:xfrm>
            <a:off x="6683077" y="2284561"/>
            <a:ext cx="4790314" cy="1021701"/>
          </a:xfrm>
          <a:prstGeom prst="roundRect">
            <a:avLst>
              <a:gd name="adj" fmla="val 16667"/>
            </a:avLst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800" b="1">
                <a:solidFill>
                  <a:schemeClr val="accent5">
                    <a:lumMod val="60000"/>
                    <a:lumOff val="40000"/>
                  </a:schemeClr>
                </a:solidFill>
              </a:defRPr>
            </a:lvl1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  <p:sp>
        <p:nvSpPr>
          <p:cNvPr id="640157549" name="Текст 35"/>
          <p:cNvSpPr>
            <a:spLocks noGrp="1"/>
          </p:cNvSpPr>
          <p:nvPr>
            <p:ph type="body" sz="quarter" idx="23"/>
          </p:nvPr>
        </p:nvSpPr>
        <p:spPr bwMode="auto">
          <a:xfrm>
            <a:off x="6683077" y="2664098"/>
            <a:ext cx="4790314" cy="642164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  <p:sp>
        <p:nvSpPr>
          <p:cNvPr id="987980911" name="Текст 35"/>
          <p:cNvSpPr>
            <a:spLocks noGrp="1"/>
          </p:cNvSpPr>
          <p:nvPr>
            <p:ph type="body" sz="quarter" idx="24"/>
          </p:nvPr>
        </p:nvSpPr>
        <p:spPr bwMode="auto">
          <a:xfrm>
            <a:off x="6683077" y="3553122"/>
            <a:ext cx="4790314" cy="1021701"/>
          </a:xfrm>
          <a:prstGeom prst="roundRect">
            <a:avLst>
              <a:gd name="adj" fmla="val 16667"/>
            </a:avLst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800" b="1">
                <a:solidFill>
                  <a:schemeClr val="accent4"/>
                </a:solidFill>
              </a:defRPr>
            </a:lvl1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  <p:sp>
        <p:nvSpPr>
          <p:cNvPr id="823754048" name="Текст 35"/>
          <p:cNvSpPr>
            <a:spLocks noGrp="1"/>
          </p:cNvSpPr>
          <p:nvPr>
            <p:ph type="body" sz="quarter" idx="25"/>
          </p:nvPr>
        </p:nvSpPr>
        <p:spPr bwMode="auto">
          <a:xfrm>
            <a:off x="6683077" y="3932658"/>
            <a:ext cx="4790314" cy="642164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  <p:sp>
        <p:nvSpPr>
          <p:cNvPr id="220217431" name="Текст 35"/>
          <p:cNvSpPr>
            <a:spLocks noGrp="1"/>
          </p:cNvSpPr>
          <p:nvPr>
            <p:ph type="body" sz="quarter" idx="26"/>
          </p:nvPr>
        </p:nvSpPr>
        <p:spPr bwMode="auto">
          <a:xfrm>
            <a:off x="6683077" y="4821684"/>
            <a:ext cx="4790314" cy="1021701"/>
          </a:xfrm>
          <a:prstGeom prst="roundRect">
            <a:avLst>
              <a:gd name="adj" fmla="val 16667"/>
            </a:avLst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800" b="1">
                <a:solidFill>
                  <a:schemeClr val="accent2"/>
                </a:solidFill>
              </a:defRPr>
            </a:lvl1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  <p:sp>
        <p:nvSpPr>
          <p:cNvPr id="1312546813" name="Текст 35"/>
          <p:cNvSpPr>
            <a:spLocks noGrp="1"/>
          </p:cNvSpPr>
          <p:nvPr>
            <p:ph type="body" sz="quarter" idx="27"/>
          </p:nvPr>
        </p:nvSpPr>
        <p:spPr bwMode="auto">
          <a:xfrm>
            <a:off x="6683077" y="5201221"/>
            <a:ext cx="4790314" cy="642164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</p:spTree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userDrawn="1">
  <p:cSld name="2_Статистика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471753414" name="Дата 3"/>
          <p:cNvSpPr>
            <a:spLocks noGrp="1"/>
          </p:cNvSpPr>
          <p:nvPr>
            <p:ph type="dt" sz="half" idx="2"/>
          </p:nvPr>
        </p:nvSpPr>
        <p:spPr bwMode="auto"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5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fld id="{BF4F29EB-DFD0-428E-8E89-ED117A3553E3}" type="datetime1">
              <a:rPr lang="ru-RU"/>
              <a:t>29.09.2026</a:t>
            </a:fld>
            <a:endParaRPr lang="ru-RU"/>
          </a:p>
        </p:txBody>
      </p:sp>
      <p:sp>
        <p:nvSpPr>
          <p:cNvPr id="268380176" name="Нижний колонтитул 4"/>
          <p:cNvSpPr>
            <a:spLocks noGrp="1"/>
          </p:cNvSpPr>
          <p:nvPr>
            <p:ph type="ftr" sz="quarter" idx="3"/>
          </p:nvPr>
        </p:nvSpPr>
        <p:spPr bwMode="auto"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5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endParaRPr lang="ru-RU"/>
          </a:p>
        </p:txBody>
      </p:sp>
      <p:sp>
        <p:nvSpPr>
          <p:cNvPr id="285509966" name="Номер слайда 5"/>
          <p:cNvSpPr>
            <a:spLocks noGrp="1"/>
          </p:cNvSpPr>
          <p:nvPr>
            <p:ph type="sldNum" sz="quarter" idx="4"/>
          </p:nvPr>
        </p:nvSpPr>
        <p:spPr bwMode="auto">
          <a:xfrm>
            <a:off x="11413507" y="6356357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fld id="{52DCC5B9-D646-4B76-891F-6FF4E74E9CB4}" type="slidenum">
              <a:rPr lang="ru-RU"/>
              <a:t>&lt;#&gt;</a:t>
            </a:fld>
            <a:endParaRPr lang="ru-RU"/>
          </a:p>
        </p:txBody>
      </p:sp>
      <p:sp>
        <p:nvSpPr>
          <p:cNvPr id="434349698" name="Заголовок 1"/>
          <p:cNvSpPr>
            <a:spLocks noGrp="1"/>
          </p:cNvSpPr>
          <p:nvPr>
            <p:ph type="title"/>
          </p:nvPr>
        </p:nvSpPr>
        <p:spPr bwMode="auto">
          <a:xfrm>
            <a:off x="367721" y="421226"/>
            <a:ext cx="9862734" cy="376138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/>
          <a:p>
            <a:pPr>
              <a:defRPr/>
            </a:pPr>
            <a:r>
              <a:rPr lang="ru-RU"/>
              <a:t>ОБРАЗЕЦ ЗАГОЛОВКА</a:t>
            </a:r>
            <a:endParaRPr/>
          </a:p>
        </p:txBody>
      </p:sp>
      <p:sp>
        <p:nvSpPr>
          <p:cNvPr id="387536502" name="Текст 35"/>
          <p:cNvSpPr>
            <a:spLocks noGrp="1"/>
          </p:cNvSpPr>
          <p:nvPr>
            <p:ph type="body" sz="quarter" idx="21"/>
          </p:nvPr>
        </p:nvSpPr>
        <p:spPr bwMode="auto">
          <a:xfrm>
            <a:off x="6683077" y="1016000"/>
            <a:ext cx="4790314" cy="1021701"/>
          </a:xfrm>
          <a:prstGeom prst="roundRect">
            <a:avLst>
              <a:gd name="adj" fmla="val 16667"/>
            </a:avLst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800" b="1">
                <a:solidFill>
                  <a:schemeClr val="accent1"/>
                </a:solidFill>
              </a:defRPr>
            </a:lvl1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  <p:sp>
        <p:nvSpPr>
          <p:cNvPr id="511865065" name="Текст 35"/>
          <p:cNvSpPr>
            <a:spLocks noGrp="1"/>
          </p:cNvSpPr>
          <p:nvPr>
            <p:ph type="body" sz="quarter" idx="18"/>
          </p:nvPr>
        </p:nvSpPr>
        <p:spPr bwMode="auto">
          <a:xfrm>
            <a:off x="6683077" y="1395537"/>
            <a:ext cx="4790314" cy="642164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  <p:sp>
        <p:nvSpPr>
          <p:cNvPr id="1293581367" name="Текст 35"/>
          <p:cNvSpPr>
            <a:spLocks noGrp="1"/>
          </p:cNvSpPr>
          <p:nvPr>
            <p:ph type="body" sz="quarter" idx="22"/>
          </p:nvPr>
        </p:nvSpPr>
        <p:spPr bwMode="auto">
          <a:xfrm>
            <a:off x="6683077" y="2284561"/>
            <a:ext cx="4790314" cy="1021701"/>
          </a:xfrm>
          <a:prstGeom prst="roundRect">
            <a:avLst>
              <a:gd name="adj" fmla="val 16667"/>
            </a:avLst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800" b="1">
                <a:solidFill>
                  <a:schemeClr val="accent5">
                    <a:lumMod val="60000"/>
                    <a:lumOff val="40000"/>
                  </a:schemeClr>
                </a:solidFill>
              </a:defRPr>
            </a:lvl1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  <p:sp>
        <p:nvSpPr>
          <p:cNvPr id="338353393" name="Текст 35"/>
          <p:cNvSpPr>
            <a:spLocks noGrp="1"/>
          </p:cNvSpPr>
          <p:nvPr>
            <p:ph type="body" sz="quarter" idx="23"/>
          </p:nvPr>
        </p:nvSpPr>
        <p:spPr bwMode="auto">
          <a:xfrm>
            <a:off x="6683077" y="2664098"/>
            <a:ext cx="4790314" cy="642164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  <p:sp>
        <p:nvSpPr>
          <p:cNvPr id="626042090" name="Текст 35"/>
          <p:cNvSpPr>
            <a:spLocks noGrp="1"/>
          </p:cNvSpPr>
          <p:nvPr>
            <p:ph type="body" sz="quarter" idx="24"/>
          </p:nvPr>
        </p:nvSpPr>
        <p:spPr bwMode="auto">
          <a:xfrm>
            <a:off x="6683077" y="3553122"/>
            <a:ext cx="4790314" cy="1021701"/>
          </a:xfrm>
          <a:prstGeom prst="roundRect">
            <a:avLst>
              <a:gd name="adj" fmla="val 16667"/>
            </a:avLst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800" b="1">
                <a:solidFill>
                  <a:schemeClr val="accent4"/>
                </a:solidFill>
              </a:defRPr>
            </a:lvl1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  <p:sp>
        <p:nvSpPr>
          <p:cNvPr id="1375886800" name="Текст 35"/>
          <p:cNvSpPr>
            <a:spLocks noGrp="1"/>
          </p:cNvSpPr>
          <p:nvPr>
            <p:ph type="body" sz="quarter" idx="25"/>
          </p:nvPr>
        </p:nvSpPr>
        <p:spPr bwMode="auto">
          <a:xfrm>
            <a:off x="6683077" y="3932658"/>
            <a:ext cx="4790314" cy="642164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  <p:sp>
        <p:nvSpPr>
          <p:cNvPr id="505779503" name="Текст 35"/>
          <p:cNvSpPr>
            <a:spLocks noGrp="1"/>
          </p:cNvSpPr>
          <p:nvPr>
            <p:ph type="body" sz="quarter" idx="26"/>
          </p:nvPr>
        </p:nvSpPr>
        <p:spPr bwMode="auto">
          <a:xfrm>
            <a:off x="6683077" y="4821684"/>
            <a:ext cx="4790314" cy="1021701"/>
          </a:xfrm>
          <a:prstGeom prst="roundRect">
            <a:avLst>
              <a:gd name="adj" fmla="val 16667"/>
            </a:avLst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800" b="1">
                <a:solidFill>
                  <a:schemeClr val="accent2"/>
                </a:solidFill>
              </a:defRPr>
            </a:lvl1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  <p:sp>
        <p:nvSpPr>
          <p:cNvPr id="2027732547" name="Текст 35"/>
          <p:cNvSpPr>
            <a:spLocks noGrp="1"/>
          </p:cNvSpPr>
          <p:nvPr>
            <p:ph type="body" sz="quarter" idx="27"/>
          </p:nvPr>
        </p:nvSpPr>
        <p:spPr bwMode="auto">
          <a:xfrm>
            <a:off x="6683077" y="5201221"/>
            <a:ext cx="4790314" cy="642164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</p:spTree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userDrawn="1">
  <p:cSld name="Стадии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707413012" name="Дата 3"/>
          <p:cNvSpPr>
            <a:spLocks noGrp="1"/>
          </p:cNvSpPr>
          <p:nvPr>
            <p:ph type="dt" sz="half" idx="2"/>
          </p:nvPr>
        </p:nvSpPr>
        <p:spPr bwMode="auto"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5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fld id="{D52F0272-0FEA-44CE-966E-3D169B2F53D4}" type="datetime1">
              <a:rPr lang="ru-RU"/>
              <a:t>29.09.2026</a:t>
            </a:fld>
            <a:endParaRPr lang="ru-RU"/>
          </a:p>
        </p:txBody>
      </p:sp>
      <p:sp>
        <p:nvSpPr>
          <p:cNvPr id="1953007419" name="Нижний колонтитул 4"/>
          <p:cNvSpPr>
            <a:spLocks noGrp="1"/>
          </p:cNvSpPr>
          <p:nvPr>
            <p:ph type="ftr" sz="quarter" idx="3"/>
          </p:nvPr>
        </p:nvSpPr>
        <p:spPr bwMode="auto"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5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endParaRPr lang="ru-RU"/>
          </a:p>
        </p:txBody>
      </p:sp>
      <p:sp>
        <p:nvSpPr>
          <p:cNvPr id="2080922908" name="Номер слайда 5"/>
          <p:cNvSpPr>
            <a:spLocks noGrp="1"/>
          </p:cNvSpPr>
          <p:nvPr>
            <p:ph type="sldNum" sz="quarter" idx="4"/>
          </p:nvPr>
        </p:nvSpPr>
        <p:spPr bwMode="auto">
          <a:xfrm>
            <a:off x="11413507" y="6356357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fld id="{52DCC5B9-D646-4B76-891F-6FF4E74E9CB4}" type="slidenum">
              <a:rPr lang="ru-RU"/>
              <a:t>&lt;#&gt;</a:t>
            </a:fld>
            <a:endParaRPr lang="ru-RU"/>
          </a:p>
        </p:txBody>
      </p:sp>
      <p:sp>
        <p:nvSpPr>
          <p:cNvPr id="491177849" name="Текст 35"/>
          <p:cNvSpPr>
            <a:spLocks noGrp="1"/>
          </p:cNvSpPr>
          <p:nvPr>
            <p:ph type="body" sz="quarter" idx="26"/>
          </p:nvPr>
        </p:nvSpPr>
        <p:spPr bwMode="auto">
          <a:xfrm>
            <a:off x="346075" y="1024937"/>
            <a:ext cx="2526079" cy="1476687"/>
          </a:xfrm>
          <a:prstGeom prst="roundRect">
            <a:avLst>
              <a:gd name="adj" fmla="val 15887"/>
            </a:avLst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600" b="1">
                <a:solidFill>
                  <a:schemeClr val="accent2"/>
                </a:solidFill>
              </a:defRPr>
            </a:lvl1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  <p:sp>
        <p:nvSpPr>
          <p:cNvPr id="1654372419" name="Текст 35"/>
          <p:cNvSpPr>
            <a:spLocks noGrp="1"/>
          </p:cNvSpPr>
          <p:nvPr>
            <p:ph type="body" sz="quarter" idx="27"/>
          </p:nvPr>
        </p:nvSpPr>
        <p:spPr bwMode="auto">
          <a:xfrm>
            <a:off x="346075" y="1380939"/>
            <a:ext cx="2526079" cy="1120685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  <p:sp>
        <p:nvSpPr>
          <p:cNvPr id="371510413" name="Текст 35"/>
          <p:cNvSpPr>
            <a:spLocks noGrp="1"/>
          </p:cNvSpPr>
          <p:nvPr>
            <p:ph type="body" sz="quarter" idx="28"/>
          </p:nvPr>
        </p:nvSpPr>
        <p:spPr bwMode="auto">
          <a:xfrm>
            <a:off x="4832960" y="1024937"/>
            <a:ext cx="2526079" cy="1476687"/>
          </a:xfrm>
          <a:prstGeom prst="roundRect">
            <a:avLst>
              <a:gd name="adj" fmla="val 15887"/>
            </a:avLst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600" b="1">
                <a:solidFill>
                  <a:schemeClr val="accent2"/>
                </a:solidFill>
              </a:defRPr>
            </a:lvl1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  <p:sp>
        <p:nvSpPr>
          <p:cNvPr id="167629101" name="Текст 35"/>
          <p:cNvSpPr>
            <a:spLocks noGrp="1"/>
          </p:cNvSpPr>
          <p:nvPr>
            <p:ph type="body" sz="quarter" idx="29"/>
          </p:nvPr>
        </p:nvSpPr>
        <p:spPr bwMode="auto">
          <a:xfrm>
            <a:off x="4832960" y="1380939"/>
            <a:ext cx="2526079" cy="1120685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  <p:sp>
        <p:nvSpPr>
          <p:cNvPr id="1649605709" name="Текст 35"/>
          <p:cNvSpPr>
            <a:spLocks noGrp="1"/>
          </p:cNvSpPr>
          <p:nvPr>
            <p:ph type="body" sz="quarter" idx="30"/>
          </p:nvPr>
        </p:nvSpPr>
        <p:spPr bwMode="auto">
          <a:xfrm>
            <a:off x="9330862" y="1024937"/>
            <a:ext cx="2526079" cy="1476687"/>
          </a:xfrm>
          <a:prstGeom prst="roundRect">
            <a:avLst>
              <a:gd name="adj" fmla="val 15887"/>
            </a:avLst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600" b="1">
                <a:solidFill>
                  <a:schemeClr val="accent2"/>
                </a:solidFill>
              </a:defRPr>
            </a:lvl1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  <p:sp>
        <p:nvSpPr>
          <p:cNvPr id="1591306541" name="Текст 35"/>
          <p:cNvSpPr>
            <a:spLocks noGrp="1"/>
          </p:cNvSpPr>
          <p:nvPr>
            <p:ph type="body" sz="quarter" idx="31"/>
          </p:nvPr>
        </p:nvSpPr>
        <p:spPr bwMode="auto">
          <a:xfrm>
            <a:off x="9330862" y="1380939"/>
            <a:ext cx="2526079" cy="1120685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  <p:sp>
        <p:nvSpPr>
          <p:cNvPr id="216475069" name="Текст 35"/>
          <p:cNvSpPr>
            <a:spLocks noGrp="1"/>
          </p:cNvSpPr>
          <p:nvPr>
            <p:ph type="body" sz="quarter" idx="32"/>
          </p:nvPr>
        </p:nvSpPr>
        <p:spPr bwMode="auto">
          <a:xfrm>
            <a:off x="2593517" y="4358152"/>
            <a:ext cx="2526079" cy="1476687"/>
          </a:xfrm>
          <a:prstGeom prst="roundRect">
            <a:avLst>
              <a:gd name="adj" fmla="val 15887"/>
            </a:avLst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600" b="1">
                <a:solidFill>
                  <a:schemeClr val="accent2"/>
                </a:solidFill>
              </a:defRPr>
            </a:lvl1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  <p:sp>
        <p:nvSpPr>
          <p:cNvPr id="1576315128" name="Текст 35"/>
          <p:cNvSpPr>
            <a:spLocks noGrp="1"/>
          </p:cNvSpPr>
          <p:nvPr>
            <p:ph type="body" sz="quarter" idx="33"/>
          </p:nvPr>
        </p:nvSpPr>
        <p:spPr bwMode="auto">
          <a:xfrm>
            <a:off x="2593517" y="4714154"/>
            <a:ext cx="2526079" cy="1120685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  <p:sp>
        <p:nvSpPr>
          <p:cNvPr id="827044775" name="Текст 35"/>
          <p:cNvSpPr>
            <a:spLocks noGrp="1"/>
          </p:cNvSpPr>
          <p:nvPr>
            <p:ph type="body" sz="quarter" idx="34"/>
          </p:nvPr>
        </p:nvSpPr>
        <p:spPr bwMode="auto">
          <a:xfrm>
            <a:off x="7080402" y="4358152"/>
            <a:ext cx="2526079" cy="1476687"/>
          </a:xfrm>
          <a:prstGeom prst="roundRect">
            <a:avLst>
              <a:gd name="adj" fmla="val 15887"/>
            </a:avLst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600" b="1">
                <a:solidFill>
                  <a:schemeClr val="accent2"/>
                </a:solidFill>
              </a:defRPr>
            </a:lvl1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  <p:sp>
        <p:nvSpPr>
          <p:cNvPr id="1779971176" name="Текст 35"/>
          <p:cNvSpPr>
            <a:spLocks noGrp="1"/>
          </p:cNvSpPr>
          <p:nvPr>
            <p:ph type="body" sz="quarter" idx="35"/>
          </p:nvPr>
        </p:nvSpPr>
        <p:spPr bwMode="auto">
          <a:xfrm>
            <a:off x="7080402" y="4714154"/>
            <a:ext cx="2526079" cy="1120685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  <p:sp>
        <p:nvSpPr>
          <p:cNvPr id="9281746" name="Заголовок 1"/>
          <p:cNvSpPr>
            <a:spLocks noGrp="1"/>
          </p:cNvSpPr>
          <p:nvPr>
            <p:ph type="title"/>
          </p:nvPr>
        </p:nvSpPr>
        <p:spPr bwMode="auto">
          <a:xfrm>
            <a:off x="384256" y="421226"/>
            <a:ext cx="9862734" cy="376138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/>
          <a:p>
            <a:pPr>
              <a:defRPr/>
            </a:pPr>
            <a:r>
              <a:rPr lang="ru-RU"/>
              <a:t>ОБРАЗЕЦ ЗАГОЛОВКА</a:t>
            </a:r>
            <a:endParaRPr/>
          </a:p>
        </p:txBody>
      </p:sp>
    </p:spTree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userDrawn="1">
  <p:cSld name="Проблема и решение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710483460" name="Дата 3"/>
          <p:cNvSpPr>
            <a:spLocks noGrp="1"/>
          </p:cNvSpPr>
          <p:nvPr>
            <p:ph type="dt" sz="half" idx="2"/>
          </p:nvPr>
        </p:nvSpPr>
        <p:spPr bwMode="auto"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5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fld id="{062B0DBE-B5A9-470E-85A9-7CC062D5339A}" type="datetime1">
              <a:rPr lang="ru-RU"/>
              <a:t>29.09.2026</a:t>
            </a:fld>
            <a:endParaRPr lang="ru-RU"/>
          </a:p>
        </p:txBody>
      </p:sp>
      <p:sp>
        <p:nvSpPr>
          <p:cNvPr id="25439186" name="Нижний колонтитул 4"/>
          <p:cNvSpPr>
            <a:spLocks noGrp="1"/>
          </p:cNvSpPr>
          <p:nvPr>
            <p:ph type="ftr" sz="quarter" idx="3"/>
          </p:nvPr>
        </p:nvSpPr>
        <p:spPr bwMode="auto"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5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endParaRPr lang="ru-RU"/>
          </a:p>
        </p:txBody>
      </p:sp>
      <p:sp>
        <p:nvSpPr>
          <p:cNvPr id="348588999" name="Номер слайда 5"/>
          <p:cNvSpPr>
            <a:spLocks noGrp="1"/>
          </p:cNvSpPr>
          <p:nvPr>
            <p:ph type="sldNum" sz="quarter" idx="4"/>
          </p:nvPr>
        </p:nvSpPr>
        <p:spPr bwMode="auto">
          <a:xfrm>
            <a:off x="11413507" y="6356357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fld id="{52DCC5B9-D646-4B76-891F-6FF4E74E9CB4}" type="slidenum">
              <a:rPr lang="ru-RU"/>
              <a:t>&lt;#&gt;</a:t>
            </a:fld>
            <a:endParaRPr lang="ru-RU"/>
          </a:p>
        </p:txBody>
      </p:sp>
      <p:sp>
        <p:nvSpPr>
          <p:cNvPr id="825114976" name="Заголовок 1"/>
          <p:cNvSpPr>
            <a:spLocks noGrp="1"/>
          </p:cNvSpPr>
          <p:nvPr>
            <p:ph type="title"/>
          </p:nvPr>
        </p:nvSpPr>
        <p:spPr bwMode="auto">
          <a:xfrm>
            <a:off x="357650" y="421226"/>
            <a:ext cx="9862734" cy="376138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/>
          <a:p>
            <a:pPr>
              <a:defRPr/>
            </a:pPr>
            <a:r>
              <a:rPr lang="ru-RU"/>
              <a:t>ОБРАЗЕЦ ЗАГОЛОВКА</a:t>
            </a:r>
            <a:endParaRPr/>
          </a:p>
        </p:txBody>
      </p:sp>
      <p:sp>
        <p:nvSpPr>
          <p:cNvPr id="106340129" name="Текст 35"/>
          <p:cNvSpPr>
            <a:spLocks noGrp="1"/>
          </p:cNvSpPr>
          <p:nvPr>
            <p:ph type="body" sz="quarter" idx="26" hasCustomPrompt="1"/>
          </p:nvPr>
        </p:nvSpPr>
        <p:spPr bwMode="auto">
          <a:xfrm>
            <a:off x="517027" y="3810175"/>
            <a:ext cx="3264113" cy="2375115"/>
          </a:xfrm>
          <a:prstGeom prst="roundRect">
            <a:avLst>
              <a:gd name="adj" fmla="val 10167"/>
            </a:avLst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49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 marL="0" indent="0">
              <a:buNone/>
              <a:defRPr sz="1400" b="0">
                <a:solidFill>
                  <a:schemeClr val="bg1"/>
                </a:solidFill>
              </a:defRPr>
            </a:lvl1pPr>
          </a:lstStyle>
          <a:p>
            <a:pPr lvl="0">
              <a:defRPr/>
            </a:pPr>
            <a:r>
              <a:rPr lang="ru-RU"/>
              <a:t>Описание проблемы </a:t>
            </a:r>
            <a:endParaRPr/>
          </a:p>
        </p:txBody>
      </p:sp>
      <p:sp>
        <p:nvSpPr>
          <p:cNvPr id="376658504" name="Текст 35"/>
          <p:cNvSpPr>
            <a:spLocks noGrp="1"/>
          </p:cNvSpPr>
          <p:nvPr>
            <p:ph type="body" sz="quarter" idx="31" hasCustomPrompt="1"/>
          </p:nvPr>
        </p:nvSpPr>
        <p:spPr bwMode="auto">
          <a:xfrm>
            <a:off x="4464542" y="3810175"/>
            <a:ext cx="3264113" cy="2375115"/>
          </a:xfrm>
          <a:prstGeom prst="roundRect">
            <a:avLst>
              <a:gd name="adj" fmla="val 10167"/>
            </a:avLst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49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 marL="0" indent="0">
              <a:buNone/>
              <a:defRPr sz="1400" b="0">
                <a:solidFill>
                  <a:schemeClr val="bg1"/>
                </a:solidFill>
              </a:defRPr>
            </a:lvl1pPr>
          </a:lstStyle>
          <a:p>
            <a:pPr lvl="0">
              <a:defRPr/>
            </a:pPr>
            <a:r>
              <a:rPr lang="ru-RU"/>
              <a:t>Примеры уже имеющихся способов решения данной проблемы</a:t>
            </a:r>
            <a:endParaRPr/>
          </a:p>
        </p:txBody>
      </p:sp>
      <p:sp>
        <p:nvSpPr>
          <p:cNvPr id="89896305" name="Текст 35"/>
          <p:cNvSpPr>
            <a:spLocks noGrp="1"/>
          </p:cNvSpPr>
          <p:nvPr>
            <p:ph type="body" sz="quarter" idx="32" hasCustomPrompt="1"/>
          </p:nvPr>
        </p:nvSpPr>
        <p:spPr bwMode="auto">
          <a:xfrm>
            <a:off x="8385481" y="3810175"/>
            <a:ext cx="3264113" cy="2375115"/>
          </a:xfrm>
          <a:prstGeom prst="roundRect">
            <a:avLst>
              <a:gd name="adj" fmla="val 10167"/>
            </a:avLst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49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 marL="0" indent="0">
              <a:buNone/>
              <a:defRPr sz="1400" b="0">
                <a:solidFill>
                  <a:schemeClr val="bg1"/>
                </a:solidFill>
              </a:defRPr>
            </a:lvl1pPr>
          </a:lstStyle>
          <a:p>
            <a:pPr lvl="0">
              <a:defRPr/>
            </a:pPr>
            <a:r>
              <a:rPr lang="ru-RU"/>
              <a:t>Ваше предложение решения данной проблемы</a:t>
            </a:r>
            <a:endParaRPr/>
          </a:p>
        </p:txBody>
      </p:sp>
      <p:sp>
        <p:nvSpPr>
          <p:cNvPr id="2130165922" name="Текст 35"/>
          <p:cNvSpPr>
            <a:spLocks noGrp="1"/>
          </p:cNvSpPr>
          <p:nvPr>
            <p:ph type="body" sz="quarter" idx="33" hasCustomPrompt="1"/>
          </p:nvPr>
        </p:nvSpPr>
        <p:spPr bwMode="auto">
          <a:xfrm>
            <a:off x="517027" y="3252336"/>
            <a:ext cx="3264113" cy="391783"/>
          </a:xfrm>
          <a:prstGeom prst="roundRect">
            <a:avLst>
              <a:gd name="adj" fmla="val 10167"/>
            </a:avLst>
          </a:prstGeom>
          <a:noFill/>
        </p:spPr>
        <p:txBody>
          <a:bodyPr>
            <a:noAutofit/>
          </a:bodyPr>
          <a:lstStyle>
            <a:lvl1pPr marL="0" indent="0" algn="ctr">
              <a:buNone/>
              <a:defRPr sz="1600" b="1">
                <a:solidFill>
                  <a:schemeClr val="accent2"/>
                </a:solidFill>
              </a:defRPr>
            </a:lvl1pPr>
          </a:lstStyle>
          <a:p>
            <a:pPr lvl="0">
              <a:defRPr/>
            </a:pPr>
            <a:r>
              <a:rPr lang="ru-RU"/>
              <a:t>Проблема</a:t>
            </a:r>
            <a:endParaRPr/>
          </a:p>
        </p:txBody>
      </p:sp>
      <p:sp>
        <p:nvSpPr>
          <p:cNvPr id="637321822" name="Текст 35"/>
          <p:cNvSpPr>
            <a:spLocks noGrp="1"/>
          </p:cNvSpPr>
          <p:nvPr>
            <p:ph type="body" sz="quarter" idx="34" hasCustomPrompt="1"/>
          </p:nvPr>
        </p:nvSpPr>
        <p:spPr bwMode="auto">
          <a:xfrm>
            <a:off x="4464542" y="3252336"/>
            <a:ext cx="3264113" cy="391783"/>
          </a:xfrm>
          <a:prstGeom prst="roundRect">
            <a:avLst>
              <a:gd name="adj" fmla="val 10167"/>
            </a:avLst>
          </a:prstGeom>
          <a:noFill/>
        </p:spPr>
        <p:txBody>
          <a:bodyPr>
            <a:noAutofit/>
          </a:bodyPr>
          <a:lstStyle>
            <a:lvl1pPr marL="0" indent="0" algn="ctr">
              <a:buNone/>
              <a:defRPr sz="1600" b="1">
                <a:solidFill>
                  <a:schemeClr val="accent2"/>
                </a:solidFill>
              </a:defRPr>
            </a:lvl1pPr>
          </a:lstStyle>
          <a:p>
            <a:pPr lvl="0">
              <a:defRPr/>
            </a:pPr>
            <a:r>
              <a:rPr lang="ru-RU"/>
              <a:t>Альтернативные решения</a:t>
            </a:r>
            <a:endParaRPr/>
          </a:p>
        </p:txBody>
      </p:sp>
      <p:sp>
        <p:nvSpPr>
          <p:cNvPr id="1301108938" name="Текст 35"/>
          <p:cNvSpPr>
            <a:spLocks noGrp="1"/>
          </p:cNvSpPr>
          <p:nvPr>
            <p:ph type="body" sz="quarter" idx="35" hasCustomPrompt="1"/>
          </p:nvPr>
        </p:nvSpPr>
        <p:spPr bwMode="auto">
          <a:xfrm>
            <a:off x="8385481" y="3252336"/>
            <a:ext cx="3264113" cy="391783"/>
          </a:xfrm>
          <a:prstGeom prst="roundRect">
            <a:avLst>
              <a:gd name="adj" fmla="val 10167"/>
            </a:avLst>
          </a:prstGeom>
          <a:noFill/>
        </p:spPr>
        <p:txBody>
          <a:bodyPr>
            <a:noAutofit/>
          </a:bodyPr>
          <a:lstStyle>
            <a:lvl1pPr marL="0" indent="0" algn="ctr">
              <a:buNone/>
              <a:defRPr sz="1600" b="1">
                <a:solidFill>
                  <a:schemeClr val="accent2"/>
                </a:solidFill>
              </a:defRPr>
            </a:lvl1pPr>
          </a:lstStyle>
          <a:p>
            <a:pPr lvl="0">
              <a:defRPr/>
            </a:pPr>
            <a:r>
              <a:rPr lang="ru-RU"/>
              <a:t>Решение</a:t>
            </a:r>
            <a:endParaRPr/>
          </a:p>
        </p:txBody>
      </p:sp>
    </p:spTree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userDrawn="1">
  <p:cSld name="Демо_1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684171240" name="Picture Placeholder 1"/>
          <p:cNvSpPr>
            <a:spLocks noGrp="1"/>
          </p:cNvSpPr>
          <p:nvPr>
            <p:ph type="pic" sz="quarter" idx="14"/>
          </p:nvPr>
        </p:nvSpPr>
        <p:spPr bwMode="auto">
          <a:xfrm>
            <a:off x="4162940" y="1264478"/>
            <a:ext cx="3866121" cy="2436377"/>
          </a:xfrm>
        </p:spPr>
      </p:sp>
      <p:sp>
        <p:nvSpPr>
          <p:cNvPr id="1320316700" name="Дата 3"/>
          <p:cNvSpPr>
            <a:spLocks noGrp="1"/>
          </p:cNvSpPr>
          <p:nvPr>
            <p:ph type="dt" sz="half" idx="2"/>
          </p:nvPr>
        </p:nvSpPr>
        <p:spPr bwMode="auto"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5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fld id="{4D396B86-640F-4AD1-BBB2-E085B6CD8771}" type="datetime1">
              <a:rPr lang="ru-RU"/>
              <a:t>29.09.2026</a:t>
            </a:fld>
            <a:endParaRPr lang="ru-RU"/>
          </a:p>
        </p:txBody>
      </p:sp>
      <p:sp>
        <p:nvSpPr>
          <p:cNvPr id="1514096180" name="Нижний колонтитул 4"/>
          <p:cNvSpPr>
            <a:spLocks noGrp="1"/>
          </p:cNvSpPr>
          <p:nvPr>
            <p:ph type="ftr" sz="quarter" idx="3"/>
          </p:nvPr>
        </p:nvSpPr>
        <p:spPr bwMode="auto"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5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endParaRPr lang="ru-RU"/>
          </a:p>
        </p:txBody>
      </p:sp>
      <p:sp>
        <p:nvSpPr>
          <p:cNvPr id="68352737" name="Номер слайда 5"/>
          <p:cNvSpPr>
            <a:spLocks noGrp="1"/>
          </p:cNvSpPr>
          <p:nvPr>
            <p:ph type="sldNum" sz="quarter" idx="4"/>
          </p:nvPr>
        </p:nvSpPr>
        <p:spPr bwMode="auto">
          <a:xfrm>
            <a:off x="11413507" y="6356357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fld id="{52DCC5B9-D646-4B76-891F-6FF4E74E9CB4}" type="slidenum">
              <a:rPr lang="ru-RU"/>
              <a:t>&lt;#&gt;</a:t>
            </a:fld>
            <a:endParaRPr lang="ru-RU"/>
          </a:p>
        </p:txBody>
      </p:sp>
      <p:sp>
        <p:nvSpPr>
          <p:cNvPr id="2133581414" name="Заголовок 1"/>
          <p:cNvSpPr>
            <a:spLocks noGrp="1"/>
          </p:cNvSpPr>
          <p:nvPr>
            <p:ph type="title"/>
          </p:nvPr>
        </p:nvSpPr>
        <p:spPr bwMode="auto">
          <a:xfrm>
            <a:off x="346075" y="421226"/>
            <a:ext cx="9862734" cy="376138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/>
          <a:p>
            <a:pPr>
              <a:defRPr/>
            </a:pPr>
            <a:r>
              <a:rPr lang="ru-RU"/>
              <a:t>ОБРАЗЕЦ ЗАГОЛОВКА</a:t>
            </a:r>
            <a:endParaRPr/>
          </a:p>
        </p:txBody>
      </p:sp>
      <p:sp>
        <p:nvSpPr>
          <p:cNvPr id="2090855635" name="Текст 7"/>
          <p:cNvSpPr>
            <a:spLocks noGrp="1"/>
          </p:cNvSpPr>
          <p:nvPr>
            <p:ph type="body" sz="quarter" idx="15"/>
          </p:nvPr>
        </p:nvSpPr>
        <p:spPr bwMode="auto">
          <a:xfrm>
            <a:off x="346075" y="4656083"/>
            <a:ext cx="3626835" cy="1544692"/>
          </a:xfrm>
        </p:spPr>
        <p:txBody>
          <a:bodyPr/>
          <a:lstStyle/>
          <a:p>
            <a:pPr lvl="0">
              <a:defRPr/>
            </a:pPr>
            <a:r>
              <a:rPr lang="ru-RU"/>
              <a:t>Образец текста</a:t>
            </a:r>
            <a:endParaRPr/>
          </a:p>
          <a:p>
            <a:pPr lvl="1">
              <a:defRPr/>
            </a:pPr>
            <a:r>
              <a:rPr lang="ru-RU"/>
              <a:t>Второй уровень</a:t>
            </a:r>
            <a:endParaRPr/>
          </a:p>
          <a:p>
            <a:pPr lvl="2">
              <a:defRPr/>
            </a:pPr>
            <a:r>
              <a:rPr lang="ru-RU"/>
              <a:t>Третий уровень</a:t>
            </a:r>
            <a:endParaRPr/>
          </a:p>
          <a:p>
            <a:pPr lvl="3">
              <a:defRPr/>
            </a:pPr>
            <a:r>
              <a:rPr lang="ru-RU"/>
              <a:t>Четвертый уровень</a:t>
            </a:r>
            <a:endParaRPr/>
          </a:p>
          <a:p>
            <a:pPr lvl="4">
              <a:defRPr/>
            </a:pPr>
            <a:r>
              <a:rPr lang="ru-RU"/>
              <a:t>Пятый уровень</a:t>
            </a:r>
            <a:endParaRPr/>
          </a:p>
        </p:txBody>
      </p:sp>
      <p:sp>
        <p:nvSpPr>
          <p:cNvPr id="485691280" name="Текст 7"/>
          <p:cNvSpPr>
            <a:spLocks noGrp="1"/>
          </p:cNvSpPr>
          <p:nvPr>
            <p:ph type="body" sz="quarter" idx="16"/>
          </p:nvPr>
        </p:nvSpPr>
        <p:spPr bwMode="auto">
          <a:xfrm>
            <a:off x="4240502" y="4656083"/>
            <a:ext cx="3626835" cy="1544692"/>
          </a:xfrm>
        </p:spPr>
        <p:txBody>
          <a:bodyPr/>
          <a:lstStyle/>
          <a:p>
            <a:pPr lvl="0">
              <a:defRPr/>
            </a:pPr>
            <a:r>
              <a:rPr lang="ru-RU"/>
              <a:t>Образец текста</a:t>
            </a:r>
            <a:endParaRPr/>
          </a:p>
          <a:p>
            <a:pPr lvl="1">
              <a:defRPr/>
            </a:pPr>
            <a:r>
              <a:rPr lang="ru-RU"/>
              <a:t>Второй уровень</a:t>
            </a:r>
            <a:endParaRPr/>
          </a:p>
          <a:p>
            <a:pPr lvl="2">
              <a:defRPr/>
            </a:pPr>
            <a:r>
              <a:rPr lang="ru-RU"/>
              <a:t>Третий уровень</a:t>
            </a:r>
            <a:endParaRPr/>
          </a:p>
          <a:p>
            <a:pPr lvl="3">
              <a:defRPr/>
            </a:pPr>
            <a:r>
              <a:rPr lang="ru-RU"/>
              <a:t>Четвертый уровень</a:t>
            </a:r>
            <a:endParaRPr/>
          </a:p>
          <a:p>
            <a:pPr lvl="4">
              <a:defRPr/>
            </a:pPr>
            <a:r>
              <a:rPr lang="ru-RU"/>
              <a:t>Пятый уровень</a:t>
            </a:r>
            <a:endParaRPr/>
          </a:p>
        </p:txBody>
      </p:sp>
      <p:sp>
        <p:nvSpPr>
          <p:cNvPr id="1592410250" name="Текст 7"/>
          <p:cNvSpPr>
            <a:spLocks noGrp="1"/>
          </p:cNvSpPr>
          <p:nvPr>
            <p:ph type="body" sz="quarter" idx="17"/>
          </p:nvPr>
        </p:nvSpPr>
        <p:spPr bwMode="auto">
          <a:xfrm>
            <a:off x="8230203" y="4656083"/>
            <a:ext cx="3626835" cy="1544692"/>
          </a:xfrm>
        </p:spPr>
        <p:txBody>
          <a:bodyPr/>
          <a:lstStyle/>
          <a:p>
            <a:pPr lvl="0">
              <a:defRPr/>
            </a:pPr>
            <a:r>
              <a:rPr lang="ru-RU"/>
              <a:t>Образец текста</a:t>
            </a:r>
            <a:endParaRPr/>
          </a:p>
          <a:p>
            <a:pPr lvl="1">
              <a:defRPr/>
            </a:pPr>
            <a:r>
              <a:rPr lang="ru-RU"/>
              <a:t>Второй уровень</a:t>
            </a:r>
            <a:endParaRPr/>
          </a:p>
          <a:p>
            <a:pPr lvl="2">
              <a:defRPr/>
            </a:pPr>
            <a:r>
              <a:rPr lang="ru-RU"/>
              <a:t>Третий уровень</a:t>
            </a:r>
            <a:endParaRPr/>
          </a:p>
          <a:p>
            <a:pPr lvl="3">
              <a:defRPr/>
            </a:pPr>
            <a:r>
              <a:rPr lang="ru-RU"/>
              <a:t>Четвертый уровень</a:t>
            </a:r>
            <a:endParaRPr/>
          </a:p>
          <a:p>
            <a:pPr lvl="4">
              <a:defRPr/>
            </a:pPr>
            <a:r>
              <a:rPr lang="ru-RU"/>
              <a:t>Пятый уровень</a:t>
            </a:r>
            <a:endParaRPr/>
          </a:p>
        </p:txBody>
      </p:sp>
    </p:spTree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userDrawn="1">
  <p:cSld name="1_Демо_1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442763480" name="Дата 3"/>
          <p:cNvSpPr>
            <a:spLocks noGrp="1"/>
          </p:cNvSpPr>
          <p:nvPr>
            <p:ph type="dt" sz="half" idx="2"/>
          </p:nvPr>
        </p:nvSpPr>
        <p:spPr bwMode="auto"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5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fld id="{93AF0E63-1EB1-47F5-B09E-CA3E5DE528F3}" type="datetime1">
              <a:rPr lang="ru-RU"/>
              <a:t>29.09.2026</a:t>
            </a:fld>
            <a:endParaRPr lang="ru-RU"/>
          </a:p>
        </p:txBody>
      </p:sp>
      <p:sp>
        <p:nvSpPr>
          <p:cNvPr id="1530775444" name="Нижний колонтитул 4"/>
          <p:cNvSpPr>
            <a:spLocks noGrp="1"/>
          </p:cNvSpPr>
          <p:nvPr>
            <p:ph type="ftr" sz="quarter" idx="3"/>
          </p:nvPr>
        </p:nvSpPr>
        <p:spPr bwMode="auto"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5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endParaRPr lang="ru-RU"/>
          </a:p>
        </p:txBody>
      </p:sp>
      <p:sp>
        <p:nvSpPr>
          <p:cNvPr id="217624958" name="Номер слайда 5"/>
          <p:cNvSpPr>
            <a:spLocks noGrp="1"/>
          </p:cNvSpPr>
          <p:nvPr>
            <p:ph type="sldNum" sz="quarter" idx="4"/>
          </p:nvPr>
        </p:nvSpPr>
        <p:spPr bwMode="auto">
          <a:xfrm>
            <a:off x="11413507" y="6356357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fld id="{52DCC5B9-D646-4B76-891F-6FF4E74E9CB4}" type="slidenum">
              <a:rPr lang="ru-RU"/>
              <a:t>&lt;#&gt;</a:t>
            </a:fld>
            <a:endParaRPr lang="ru-RU"/>
          </a:p>
        </p:txBody>
      </p:sp>
      <p:sp>
        <p:nvSpPr>
          <p:cNvPr id="804819133" name="Заголовок 1"/>
          <p:cNvSpPr>
            <a:spLocks noGrp="1"/>
          </p:cNvSpPr>
          <p:nvPr>
            <p:ph type="title"/>
          </p:nvPr>
        </p:nvSpPr>
        <p:spPr bwMode="auto">
          <a:xfrm>
            <a:off x="353289" y="421226"/>
            <a:ext cx="9862734" cy="376138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/>
          <a:p>
            <a:pPr>
              <a:defRPr/>
            </a:pPr>
            <a:r>
              <a:rPr lang="ru-RU"/>
              <a:t>ОБРАЗЕЦ ЗАГОЛОВКА</a:t>
            </a:r>
            <a:endParaRPr/>
          </a:p>
        </p:txBody>
      </p:sp>
      <p:sp>
        <p:nvSpPr>
          <p:cNvPr id="330466293" name="Текст 7"/>
          <p:cNvSpPr>
            <a:spLocks noGrp="1"/>
          </p:cNvSpPr>
          <p:nvPr>
            <p:ph type="body" sz="quarter" idx="15"/>
          </p:nvPr>
        </p:nvSpPr>
        <p:spPr bwMode="auto">
          <a:xfrm>
            <a:off x="1210643" y="4324451"/>
            <a:ext cx="4121687" cy="1612262"/>
          </a:xfrm>
        </p:spPr>
        <p:txBody>
          <a:bodyPr/>
          <a:lstStyle/>
          <a:p>
            <a:pPr lvl="0">
              <a:defRPr/>
            </a:pPr>
            <a:r>
              <a:rPr lang="ru-RU"/>
              <a:t>Образец текста</a:t>
            </a:r>
            <a:endParaRPr/>
          </a:p>
          <a:p>
            <a:pPr lvl="1">
              <a:defRPr/>
            </a:pPr>
            <a:r>
              <a:rPr lang="ru-RU"/>
              <a:t>Второй уровень</a:t>
            </a:r>
            <a:endParaRPr/>
          </a:p>
          <a:p>
            <a:pPr lvl="2">
              <a:defRPr/>
            </a:pPr>
            <a:r>
              <a:rPr lang="ru-RU"/>
              <a:t>Третий уровень</a:t>
            </a:r>
            <a:endParaRPr/>
          </a:p>
          <a:p>
            <a:pPr lvl="3">
              <a:defRPr/>
            </a:pPr>
            <a:r>
              <a:rPr lang="ru-RU"/>
              <a:t>Четвертый уровень</a:t>
            </a:r>
            <a:endParaRPr/>
          </a:p>
          <a:p>
            <a:pPr lvl="4">
              <a:defRPr/>
            </a:pPr>
            <a:r>
              <a:rPr lang="ru-RU"/>
              <a:t>Пятый уровень</a:t>
            </a:r>
            <a:endParaRPr/>
          </a:p>
        </p:txBody>
      </p:sp>
      <p:sp>
        <p:nvSpPr>
          <p:cNvPr id="1755079652" name="Текст 7"/>
          <p:cNvSpPr>
            <a:spLocks noGrp="1"/>
          </p:cNvSpPr>
          <p:nvPr>
            <p:ph type="body" sz="quarter" idx="16"/>
          </p:nvPr>
        </p:nvSpPr>
        <p:spPr bwMode="auto">
          <a:xfrm>
            <a:off x="6857950" y="4324451"/>
            <a:ext cx="4121687" cy="1612262"/>
          </a:xfrm>
        </p:spPr>
        <p:txBody>
          <a:bodyPr/>
          <a:lstStyle/>
          <a:p>
            <a:pPr lvl="0">
              <a:defRPr/>
            </a:pPr>
            <a:r>
              <a:rPr lang="ru-RU"/>
              <a:t>Образец текста</a:t>
            </a:r>
            <a:endParaRPr/>
          </a:p>
          <a:p>
            <a:pPr lvl="1">
              <a:defRPr/>
            </a:pPr>
            <a:r>
              <a:rPr lang="ru-RU"/>
              <a:t>Второй уровень</a:t>
            </a:r>
            <a:endParaRPr/>
          </a:p>
          <a:p>
            <a:pPr lvl="2">
              <a:defRPr/>
            </a:pPr>
            <a:r>
              <a:rPr lang="ru-RU"/>
              <a:t>Третий уровень</a:t>
            </a:r>
            <a:endParaRPr/>
          </a:p>
          <a:p>
            <a:pPr lvl="3">
              <a:defRPr/>
            </a:pPr>
            <a:r>
              <a:rPr lang="ru-RU"/>
              <a:t>Четвертый уровень</a:t>
            </a:r>
            <a:endParaRPr/>
          </a:p>
          <a:p>
            <a:pPr lvl="4">
              <a:defRPr/>
            </a:pPr>
            <a:r>
              <a:rPr lang="ru-RU"/>
              <a:t>Пятый уровень</a:t>
            </a:r>
            <a:endParaRPr/>
          </a:p>
        </p:txBody>
      </p:sp>
      <p:sp>
        <p:nvSpPr>
          <p:cNvPr id="1949379575" name="Picture Placeholder 1"/>
          <p:cNvSpPr>
            <a:spLocks noGrp="1"/>
          </p:cNvSpPr>
          <p:nvPr>
            <p:ph type="pic" sz="quarter" idx="14"/>
          </p:nvPr>
        </p:nvSpPr>
        <p:spPr bwMode="auto">
          <a:xfrm>
            <a:off x="1210642" y="1577998"/>
            <a:ext cx="4121688" cy="2283975"/>
          </a:xfrm>
        </p:spPr>
      </p:sp>
      <p:sp>
        <p:nvSpPr>
          <p:cNvPr id="673048732" name="Picture Placeholder 1"/>
          <p:cNvSpPr>
            <a:spLocks noGrp="1"/>
          </p:cNvSpPr>
          <p:nvPr>
            <p:ph type="pic" sz="quarter" idx="18"/>
          </p:nvPr>
        </p:nvSpPr>
        <p:spPr bwMode="auto">
          <a:xfrm>
            <a:off x="6855540" y="1577998"/>
            <a:ext cx="4121688" cy="2283975"/>
          </a:xfrm>
        </p:spPr>
      </p:sp>
    </p:spTree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userDrawn="1">
  <p:cSld name="2_Демо_1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806215277" name="Picture Placeholder 1"/>
          <p:cNvSpPr>
            <a:spLocks noGrp="1"/>
          </p:cNvSpPr>
          <p:nvPr>
            <p:ph type="pic" sz="quarter" idx="14"/>
          </p:nvPr>
        </p:nvSpPr>
        <p:spPr bwMode="auto">
          <a:xfrm>
            <a:off x="5009872" y="1235915"/>
            <a:ext cx="2172255" cy="4602697"/>
          </a:xfrm>
          <a:prstGeom prst="roundRect">
            <a:avLst>
              <a:gd name="adj" fmla="val 12528"/>
            </a:avLst>
          </a:prstGeom>
          <a:noFill/>
        </p:spPr>
      </p:sp>
      <p:sp>
        <p:nvSpPr>
          <p:cNvPr id="1131830193" name="Текст 35"/>
          <p:cNvSpPr>
            <a:spLocks noGrp="1"/>
          </p:cNvSpPr>
          <p:nvPr>
            <p:ph type="body" sz="quarter" idx="21"/>
          </p:nvPr>
        </p:nvSpPr>
        <p:spPr bwMode="auto">
          <a:xfrm>
            <a:off x="356349" y="1641283"/>
            <a:ext cx="3812931" cy="1021701"/>
          </a:xfrm>
          <a:prstGeom prst="roundRect">
            <a:avLst>
              <a:gd name="adj" fmla="val 16667"/>
            </a:avLst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65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800" b="1">
                <a:solidFill>
                  <a:schemeClr val="accent1"/>
                </a:solidFill>
              </a:defRPr>
            </a:lvl1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  <p:sp>
        <p:nvSpPr>
          <p:cNvPr id="1539721668" name="Текст 35"/>
          <p:cNvSpPr>
            <a:spLocks noGrp="1"/>
          </p:cNvSpPr>
          <p:nvPr>
            <p:ph type="body" sz="quarter" idx="18"/>
          </p:nvPr>
        </p:nvSpPr>
        <p:spPr bwMode="auto">
          <a:xfrm>
            <a:off x="356349" y="2020820"/>
            <a:ext cx="3812931" cy="1290596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  <p:sp>
        <p:nvSpPr>
          <p:cNvPr id="49947585" name="Текст 35"/>
          <p:cNvSpPr>
            <a:spLocks noGrp="1"/>
          </p:cNvSpPr>
          <p:nvPr>
            <p:ph type="body" sz="quarter" idx="22"/>
          </p:nvPr>
        </p:nvSpPr>
        <p:spPr bwMode="auto">
          <a:xfrm>
            <a:off x="8040020" y="1641283"/>
            <a:ext cx="3812931" cy="1021701"/>
          </a:xfrm>
          <a:prstGeom prst="roundRect">
            <a:avLst>
              <a:gd name="adj" fmla="val 16667"/>
            </a:avLst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65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800" b="1">
                <a:solidFill>
                  <a:schemeClr val="accent5">
                    <a:lumMod val="20000"/>
                    <a:lumOff val="80000"/>
                  </a:schemeClr>
                </a:solidFill>
              </a:defRPr>
            </a:lvl1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  <p:sp>
        <p:nvSpPr>
          <p:cNvPr id="121693113" name="Текст 35"/>
          <p:cNvSpPr>
            <a:spLocks noGrp="1"/>
          </p:cNvSpPr>
          <p:nvPr>
            <p:ph type="body" sz="quarter" idx="23"/>
          </p:nvPr>
        </p:nvSpPr>
        <p:spPr bwMode="auto">
          <a:xfrm>
            <a:off x="8040020" y="2020820"/>
            <a:ext cx="3812931" cy="1290596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  <p:sp>
        <p:nvSpPr>
          <p:cNvPr id="1232742518" name="Текст 35"/>
          <p:cNvSpPr>
            <a:spLocks noGrp="1"/>
          </p:cNvSpPr>
          <p:nvPr>
            <p:ph type="body" sz="quarter" idx="24"/>
          </p:nvPr>
        </p:nvSpPr>
        <p:spPr bwMode="auto">
          <a:xfrm>
            <a:off x="356349" y="3864598"/>
            <a:ext cx="3812931" cy="1021701"/>
          </a:xfrm>
          <a:prstGeom prst="roundRect">
            <a:avLst>
              <a:gd name="adj" fmla="val 16667"/>
            </a:avLst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65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800" b="1">
                <a:solidFill>
                  <a:schemeClr val="accent4"/>
                </a:solidFill>
              </a:defRPr>
            </a:lvl1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  <p:sp>
        <p:nvSpPr>
          <p:cNvPr id="2132654229" name="Текст 35"/>
          <p:cNvSpPr>
            <a:spLocks noGrp="1"/>
          </p:cNvSpPr>
          <p:nvPr>
            <p:ph type="body" sz="quarter" idx="25"/>
          </p:nvPr>
        </p:nvSpPr>
        <p:spPr bwMode="auto">
          <a:xfrm>
            <a:off x="356349" y="4244135"/>
            <a:ext cx="3812931" cy="1290596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  <p:sp>
        <p:nvSpPr>
          <p:cNvPr id="2041076148" name="Текст 35"/>
          <p:cNvSpPr>
            <a:spLocks noGrp="1"/>
          </p:cNvSpPr>
          <p:nvPr>
            <p:ph type="body" sz="quarter" idx="26"/>
          </p:nvPr>
        </p:nvSpPr>
        <p:spPr bwMode="auto">
          <a:xfrm>
            <a:off x="8040020" y="3864598"/>
            <a:ext cx="3812931" cy="1021701"/>
          </a:xfrm>
          <a:prstGeom prst="roundRect">
            <a:avLst>
              <a:gd name="adj" fmla="val 16667"/>
            </a:avLst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65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800" b="1">
                <a:solidFill>
                  <a:schemeClr val="accent2"/>
                </a:solidFill>
              </a:defRPr>
            </a:lvl1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  <p:sp>
        <p:nvSpPr>
          <p:cNvPr id="1924053128" name="Текст 35"/>
          <p:cNvSpPr>
            <a:spLocks noGrp="1"/>
          </p:cNvSpPr>
          <p:nvPr>
            <p:ph type="body" sz="quarter" idx="27"/>
          </p:nvPr>
        </p:nvSpPr>
        <p:spPr bwMode="auto">
          <a:xfrm>
            <a:off x="8040020" y="4244135"/>
            <a:ext cx="3812931" cy="1290596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  <p:cxnSp>
        <p:nvCxnSpPr>
          <p:cNvPr id="2073544819" name="Google Shape;2799;p94"/>
          <p:cNvCxnSpPr/>
          <p:nvPr userDrawn="1"/>
        </p:nvCxnSpPr>
        <p:spPr bwMode="auto">
          <a:xfrm>
            <a:off x="4244694" y="1870413"/>
            <a:ext cx="686698" cy="0"/>
          </a:xfrm>
          <a:prstGeom prst="straightConnector1">
            <a:avLst/>
          </a:prstGeom>
          <a:noFill/>
          <a:ln w="25400" cap="flat" cmpd="sng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1870210081" name="Google Shape;2799;p94"/>
          <p:cNvCxnSpPr/>
          <p:nvPr userDrawn="1"/>
        </p:nvCxnSpPr>
        <p:spPr bwMode="auto">
          <a:xfrm>
            <a:off x="4244694" y="4094630"/>
            <a:ext cx="686698" cy="0"/>
          </a:xfrm>
          <a:prstGeom prst="straightConnector1">
            <a:avLst/>
          </a:prstGeom>
          <a:noFill/>
          <a:ln w="25400" cap="flat" cmpd="sng">
            <a:solidFill>
              <a:schemeClr val="accent5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1430509105" name="Google Shape;2799;p94"/>
          <p:cNvCxnSpPr/>
          <p:nvPr userDrawn="1"/>
        </p:nvCxnSpPr>
        <p:spPr bwMode="auto">
          <a:xfrm>
            <a:off x="7250583" y="1870413"/>
            <a:ext cx="686698" cy="0"/>
          </a:xfrm>
          <a:prstGeom prst="straightConnector1">
            <a:avLst/>
          </a:prstGeom>
          <a:noFill/>
          <a:ln w="25400" cap="flat" cmpd="sng">
            <a:solidFill>
              <a:schemeClr val="accent5">
                <a:lumMod val="20000"/>
                <a:lumOff val="80000"/>
              </a:schemeClr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401966721" name="Google Shape;2799;p94"/>
          <p:cNvCxnSpPr/>
          <p:nvPr userDrawn="1"/>
        </p:nvCxnSpPr>
        <p:spPr bwMode="auto">
          <a:xfrm>
            <a:off x="7250583" y="4094630"/>
            <a:ext cx="686698" cy="0"/>
          </a:xfrm>
          <a:prstGeom prst="straightConnector1">
            <a:avLst/>
          </a:prstGeom>
          <a:noFill/>
          <a:ln w="25400" cap="flat" cmpd="sng">
            <a:solidFill>
              <a:schemeClr val="accent3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1030184111" name="Заголовок 3"/>
          <p:cNvSpPr>
            <a:spLocks noGrp="1"/>
          </p:cNvSpPr>
          <p:nvPr>
            <p:ph type="title"/>
          </p:nvPr>
        </p:nvSpPr>
        <p:spPr bwMode="auto"/>
        <p:txBody>
          <a:bodyPr/>
          <a:lstStyle/>
          <a:p>
            <a:pPr>
              <a:defRPr/>
            </a:pPr>
            <a:r>
              <a:rPr lang="ru-RU"/>
              <a:t>Образец заголовка</a:t>
            </a:r>
            <a:endParaRPr/>
          </a:p>
        </p:txBody>
      </p:sp>
      <p:sp>
        <p:nvSpPr>
          <p:cNvPr id="13434417" name="Дата 8"/>
          <p:cNvSpPr>
            <a:spLocks noGrp="1"/>
          </p:cNvSpPr>
          <p:nvPr>
            <p:ph type="dt" sz="half" idx="28"/>
          </p:nvPr>
        </p:nvSpPr>
        <p:spPr bwMode="auto"/>
        <p:txBody>
          <a:bodyPr/>
          <a:lstStyle/>
          <a:p>
            <a:pPr>
              <a:defRPr/>
            </a:pPr>
            <a:fld id="{9D490EE5-ED7D-46E8-8345-A78A0CB0F4A4}" type="datetime1">
              <a:rPr lang="ru-RU"/>
              <a:t>29.09.2026</a:t>
            </a:fld>
            <a:endParaRPr lang="ru-RU"/>
          </a:p>
        </p:txBody>
      </p:sp>
      <p:sp>
        <p:nvSpPr>
          <p:cNvPr id="361969014" name="Нижний колонтитул 9"/>
          <p:cNvSpPr>
            <a:spLocks noGrp="1"/>
          </p:cNvSpPr>
          <p:nvPr>
            <p:ph type="ftr" sz="quarter" idx="29"/>
          </p:nvPr>
        </p:nvSpPr>
        <p:spPr bwMode="auto"/>
        <p:txBody>
          <a:bodyPr/>
          <a:lstStyle/>
          <a:p>
            <a:pPr>
              <a:defRPr/>
            </a:pPr>
            <a:endParaRPr lang="ru-RU"/>
          </a:p>
        </p:txBody>
      </p:sp>
      <p:sp>
        <p:nvSpPr>
          <p:cNvPr id="914532680" name="Номер слайда 10"/>
          <p:cNvSpPr>
            <a:spLocks noGrp="1"/>
          </p:cNvSpPr>
          <p:nvPr>
            <p:ph type="sldNum" sz="quarter" idx="30"/>
          </p:nvPr>
        </p:nvSpPr>
        <p:spPr bwMode="auto"/>
        <p:txBody>
          <a:bodyPr/>
          <a:lstStyle/>
          <a:p>
            <a:pPr>
              <a:defRPr/>
            </a:pPr>
            <a:fld id="{52DCC5B9-D646-4B76-891F-6FF4E74E9CB4}" type="slidenum">
              <a:rPr lang="ru-RU"/>
              <a:t>&lt;#&gt;</a:t>
            </a:fld>
            <a:endParaRPr lang="ru-RU"/>
          </a:p>
        </p:txBody>
      </p:sp>
    </p:spTree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userDrawn="1">
  <p:cSld name="3_Демо_1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408596720" name="Picture Placeholder 1"/>
          <p:cNvSpPr>
            <a:spLocks noGrp="1"/>
          </p:cNvSpPr>
          <p:nvPr>
            <p:ph type="pic" sz="quarter" idx="14"/>
          </p:nvPr>
        </p:nvSpPr>
        <p:spPr bwMode="auto">
          <a:xfrm>
            <a:off x="1001459" y="1038224"/>
            <a:ext cx="1726214" cy="3657600"/>
          </a:xfrm>
          <a:prstGeom prst="roundRect">
            <a:avLst>
              <a:gd name="adj" fmla="val 12528"/>
            </a:avLst>
          </a:prstGeom>
          <a:noFill/>
        </p:spPr>
      </p:sp>
      <p:sp>
        <p:nvSpPr>
          <p:cNvPr id="1451981888" name="Picture Placeholder 1"/>
          <p:cNvSpPr>
            <a:spLocks noGrp="1"/>
          </p:cNvSpPr>
          <p:nvPr>
            <p:ph type="pic" sz="quarter" idx="15"/>
          </p:nvPr>
        </p:nvSpPr>
        <p:spPr bwMode="auto">
          <a:xfrm>
            <a:off x="3831097" y="1038224"/>
            <a:ext cx="1726214" cy="3657600"/>
          </a:xfrm>
          <a:prstGeom prst="roundRect">
            <a:avLst>
              <a:gd name="adj" fmla="val 12528"/>
            </a:avLst>
          </a:prstGeom>
          <a:noFill/>
        </p:spPr>
      </p:sp>
      <p:sp>
        <p:nvSpPr>
          <p:cNvPr id="1567852798" name="Picture Placeholder 1"/>
          <p:cNvSpPr>
            <a:spLocks noGrp="1"/>
          </p:cNvSpPr>
          <p:nvPr>
            <p:ph type="pic" sz="quarter" idx="16"/>
          </p:nvPr>
        </p:nvSpPr>
        <p:spPr bwMode="auto">
          <a:xfrm>
            <a:off x="6660734" y="1038224"/>
            <a:ext cx="1726214" cy="3657600"/>
          </a:xfrm>
          <a:prstGeom prst="roundRect">
            <a:avLst>
              <a:gd name="adj" fmla="val 12528"/>
            </a:avLst>
          </a:prstGeom>
          <a:noFill/>
        </p:spPr>
      </p:sp>
      <p:sp>
        <p:nvSpPr>
          <p:cNvPr id="1073873016" name="Picture Placeholder 1"/>
          <p:cNvSpPr>
            <a:spLocks noGrp="1"/>
          </p:cNvSpPr>
          <p:nvPr>
            <p:ph type="pic" sz="quarter" idx="17"/>
          </p:nvPr>
        </p:nvSpPr>
        <p:spPr bwMode="auto">
          <a:xfrm>
            <a:off x="9490368" y="1038224"/>
            <a:ext cx="1726214" cy="3657600"/>
          </a:xfrm>
          <a:prstGeom prst="roundRect">
            <a:avLst>
              <a:gd name="adj" fmla="val 12528"/>
            </a:avLst>
          </a:prstGeom>
          <a:noFill/>
        </p:spPr>
      </p:sp>
      <p:sp>
        <p:nvSpPr>
          <p:cNvPr id="1901924064" name="Дата 3"/>
          <p:cNvSpPr>
            <a:spLocks noGrp="1"/>
          </p:cNvSpPr>
          <p:nvPr>
            <p:ph type="dt" sz="half" idx="2"/>
          </p:nvPr>
        </p:nvSpPr>
        <p:spPr bwMode="auto"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5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fld id="{DC8C16AD-D907-4463-BE30-FCBB33ACAE3F}" type="datetime1">
              <a:rPr lang="ru-RU"/>
              <a:t>29.09.2026</a:t>
            </a:fld>
            <a:endParaRPr lang="ru-RU"/>
          </a:p>
        </p:txBody>
      </p:sp>
      <p:sp>
        <p:nvSpPr>
          <p:cNvPr id="1142197061" name="Нижний колонтитул 4"/>
          <p:cNvSpPr>
            <a:spLocks noGrp="1"/>
          </p:cNvSpPr>
          <p:nvPr>
            <p:ph type="ftr" sz="quarter" idx="3"/>
          </p:nvPr>
        </p:nvSpPr>
        <p:spPr bwMode="auto"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5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endParaRPr lang="ru-RU"/>
          </a:p>
        </p:txBody>
      </p:sp>
      <p:sp>
        <p:nvSpPr>
          <p:cNvPr id="459635948" name="Номер слайда 5"/>
          <p:cNvSpPr>
            <a:spLocks noGrp="1"/>
          </p:cNvSpPr>
          <p:nvPr>
            <p:ph type="sldNum" sz="quarter" idx="4"/>
          </p:nvPr>
        </p:nvSpPr>
        <p:spPr bwMode="auto">
          <a:xfrm>
            <a:off x="11413507" y="6356357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fld id="{52DCC5B9-D646-4B76-891F-6FF4E74E9CB4}" type="slidenum">
              <a:rPr lang="ru-RU"/>
              <a:t>&lt;#&gt;</a:t>
            </a:fld>
            <a:endParaRPr lang="ru-RU"/>
          </a:p>
        </p:txBody>
      </p:sp>
      <p:sp>
        <p:nvSpPr>
          <p:cNvPr id="1649583118" name="Текст 7"/>
          <p:cNvSpPr>
            <a:spLocks noGrp="1"/>
          </p:cNvSpPr>
          <p:nvPr>
            <p:ph type="body" sz="quarter" idx="18"/>
          </p:nvPr>
        </p:nvSpPr>
        <p:spPr bwMode="auto">
          <a:xfrm>
            <a:off x="346076" y="4929435"/>
            <a:ext cx="2739248" cy="1271340"/>
          </a:xfrm>
        </p:spPr>
        <p:txBody>
          <a:bodyPr/>
          <a:lstStyle/>
          <a:p>
            <a:pPr lvl="0">
              <a:defRPr/>
            </a:pPr>
            <a:r>
              <a:rPr lang="ru-RU"/>
              <a:t>Образец текста</a:t>
            </a:r>
            <a:endParaRPr/>
          </a:p>
          <a:p>
            <a:pPr lvl="1">
              <a:defRPr/>
            </a:pPr>
            <a:r>
              <a:rPr lang="ru-RU"/>
              <a:t>Второй уровень</a:t>
            </a:r>
            <a:endParaRPr/>
          </a:p>
          <a:p>
            <a:pPr lvl="2">
              <a:defRPr/>
            </a:pPr>
            <a:r>
              <a:rPr lang="ru-RU"/>
              <a:t>Третий уровень</a:t>
            </a:r>
            <a:endParaRPr/>
          </a:p>
          <a:p>
            <a:pPr lvl="3">
              <a:defRPr/>
            </a:pPr>
            <a:r>
              <a:rPr lang="ru-RU"/>
              <a:t>Четвертый уровень</a:t>
            </a:r>
            <a:endParaRPr/>
          </a:p>
          <a:p>
            <a:pPr lvl="4">
              <a:defRPr/>
            </a:pPr>
            <a:r>
              <a:rPr lang="ru-RU"/>
              <a:t>Пятый уровень</a:t>
            </a:r>
            <a:endParaRPr/>
          </a:p>
        </p:txBody>
      </p:sp>
      <p:sp>
        <p:nvSpPr>
          <p:cNvPr id="750318499" name="Текст 7"/>
          <p:cNvSpPr>
            <a:spLocks noGrp="1"/>
          </p:cNvSpPr>
          <p:nvPr>
            <p:ph type="body" sz="quarter" idx="19"/>
          </p:nvPr>
        </p:nvSpPr>
        <p:spPr bwMode="auto">
          <a:xfrm>
            <a:off x="3269562" y="4929435"/>
            <a:ext cx="2739248" cy="1271340"/>
          </a:xfrm>
        </p:spPr>
        <p:txBody>
          <a:bodyPr/>
          <a:lstStyle/>
          <a:p>
            <a:pPr lvl="0">
              <a:defRPr/>
            </a:pPr>
            <a:r>
              <a:rPr lang="ru-RU"/>
              <a:t>Образец текста</a:t>
            </a:r>
            <a:endParaRPr/>
          </a:p>
          <a:p>
            <a:pPr lvl="1">
              <a:defRPr/>
            </a:pPr>
            <a:r>
              <a:rPr lang="ru-RU"/>
              <a:t>Второй уровень</a:t>
            </a:r>
            <a:endParaRPr/>
          </a:p>
          <a:p>
            <a:pPr lvl="2">
              <a:defRPr/>
            </a:pPr>
            <a:r>
              <a:rPr lang="ru-RU"/>
              <a:t>Третий уровень</a:t>
            </a:r>
            <a:endParaRPr/>
          </a:p>
          <a:p>
            <a:pPr lvl="3">
              <a:defRPr/>
            </a:pPr>
            <a:r>
              <a:rPr lang="ru-RU"/>
              <a:t>Четвертый уровень</a:t>
            </a:r>
            <a:endParaRPr/>
          </a:p>
          <a:p>
            <a:pPr lvl="4">
              <a:defRPr/>
            </a:pPr>
            <a:r>
              <a:rPr lang="ru-RU"/>
              <a:t>Пятый уровень</a:t>
            </a:r>
            <a:endParaRPr/>
          </a:p>
        </p:txBody>
      </p:sp>
      <p:sp>
        <p:nvSpPr>
          <p:cNvPr id="1414755260" name="Текст 7"/>
          <p:cNvSpPr>
            <a:spLocks noGrp="1"/>
          </p:cNvSpPr>
          <p:nvPr>
            <p:ph type="body" sz="quarter" idx="20"/>
          </p:nvPr>
        </p:nvSpPr>
        <p:spPr bwMode="auto">
          <a:xfrm>
            <a:off x="6193048" y="4929435"/>
            <a:ext cx="2739248" cy="1271340"/>
          </a:xfrm>
        </p:spPr>
        <p:txBody>
          <a:bodyPr/>
          <a:lstStyle/>
          <a:p>
            <a:pPr lvl="0">
              <a:defRPr/>
            </a:pPr>
            <a:r>
              <a:rPr lang="ru-RU"/>
              <a:t>Образец текста</a:t>
            </a:r>
            <a:endParaRPr/>
          </a:p>
          <a:p>
            <a:pPr lvl="1">
              <a:defRPr/>
            </a:pPr>
            <a:r>
              <a:rPr lang="ru-RU"/>
              <a:t>Второй уровень</a:t>
            </a:r>
            <a:endParaRPr/>
          </a:p>
          <a:p>
            <a:pPr lvl="2">
              <a:defRPr/>
            </a:pPr>
            <a:r>
              <a:rPr lang="ru-RU"/>
              <a:t>Третий уровень</a:t>
            </a:r>
            <a:endParaRPr/>
          </a:p>
          <a:p>
            <a:pPr lvl="3">
              <a:defRPr/>
            </a:pPr>
            <a:r>
              <a:rPr lang="ru-RU"/>
              <a:t>Четвертый уровень</a:t>
            </a:r>
            <a:endParaRPr/>
          </a:p>
          <a:p>
            <a:pPr lvl="4">
              <a:defRPr/>
            </a:pPr>
            <a:r>
              <a:rPr lang="ru-RU"/>
              <a:t>Пятый уровень</a:t>
            </a:r>
            <a:endParaRPr/>
          </a:p>
        </p:txBody>
      </p:sp>
      <p:sp>
        <p:nvSpPr>
          <p:cNvPr id="1799880464" name="Текст 7"/>
          <p:cNvSpPr>
            <a:spLocks noGrp="1"/>
          </p:cNvSpPr>
          <p:nvPr>
            <p:ph type="body" sz="quarter" idx="21"/>
          </p:nvPr>
        </p:nvSpPr>
        <p:spPr bwMode="auto">
          <a:xfrm>
            <a:off x="9116535" y="4929435"/>
            <a:ext cx="2739248" cy="1271340"/>
          </a:xfrm>
        </p:spPr>
        <p:txBody>
          <a:bodyPr/>
          <a:lstStyle/>
          <a:p>
            <a:pPr lvl="0">
              <a:defRPr/>
            </a:pPr>
            <a:r>
              <a:rPr lang="ru-RU"/>
              <a:t>Образец текста</a:t>
            </a:r>
            <a:endParaRPr/>
          </a:p>
          <a:p>
            <a:pPr lvl="1">
              <a:defRPr/>
            </a:pPr>
            <a:r>
              <a:rPr lang="ru-RU"/>
              <a:t>Второй уровень</a:t>
            </a:r>
            <a:endParaRPr/>
          </a:p>
          <a:p>
            <a:pPr lvl="2">
              <a:defRPr/>
            </a:pPr>
            <a:r>
              <a:rPr lang="ru-RU"/>
              <a:t>Третий уровень</a:t>
            </a:r>
            <a:endParaRPr/>
          </a:p>
          <a:p>
            <a:pPr lvl="3">
              <a:defRPr/>
            </a:pPr>
            <a:r>
              <a:rPr lang="ru-RU"/>
              <a:t>Четвертый уровень</a:t>
            </a:r>
            <a:endParaRPr/>
          </a:p>
          <a:p>
            <a:pPr lvl="4">
              <a:defRPr/>
            </a:pPr>
            <a:r>
              <a:rPr lang="ru-RU"/>
              <a:t>Пятый уровень</a:t>
            </a:r>
            <a:endParaRPr/>
          </a:p>
        </p:txBody>
      </p:sp>
      <p:sp>
        <p:nvSpPr>
          <p:cNvPr id="1927650479" name="Заголовок 1"/>
          <p:cNvSpPr>
            <a:spLocks noGrp="1"/>
          </p:cNvSpPr>
          <p:nvPr>
            <p:ph type="title"/>
          </p:nvPr>
        </p:nvSpPr>
        <p:spPr bwMode="auto"/>
        <p:txBody>
          <a:bodyPr/>
          <a:lstStyle/>
          <a:p>
            <a:pPr>
              <a:defRPr/>
            </a:pPr>
            <a:r>
              <a:rPr lang="ru-RU"/>
              <a:t>Образец заголовка</a:t>
            </a:r>
            <a:endParaRPr/>
          </a:p>
        </p:txBody>
      </p:sp>
    </p:spTree>
  </p:cSld>
  <p:clrMapOvr>
    <a:masterClrMapping/>
  </p:clrMapOvr>
</p:sldLayout>
</file>

<file path=ppt/slideLayouts/slideLayout23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0" showMasterPhAnim="0" showMasterSp="1" userDrawn="1">
  <p:cSld name="Пустой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slideLayout" Target="../slideLayouts/slideLayout12.xml"/><Relationship Id="rId13" Type="http://schemas.openxmlformats.org/officeDocument/2006/relationships/slideLayout" Target="../slideLayouts/slideLayout13.xml"/><Relationship Id="rId14" Type="http://schemas.openxmlformats.org/officeDocument/2006/relationships/slideLayout" Target="../slideLayouts/slideLayout14.xml"/><Relationship Id="rId15" Type="http://schemas.openxmlformats.org/officeDocument/2006/relationships/slideLayout" Target="../slideLayouts/slideLayout15.xml"/><Relationship Id="rId16" Type="http://schemas.openxmlformats.org/officeDocument/2006/relationships/slideLayout" Target="../slideLayouts/slideLayout16.xml"/><Relationship Id="rId17" Type="http://schemas.openxmlformats.org/officeDocument/2006/relationships/slideLayout" Target="../slideLayouts/slideLayout17.xml"/><Relationship Id="rId18" Type="http://schemas.openxmlformats.org/officeDocument/2006/relationships/slideLayout" Target="../slideLayouts/slideLayout18.xml"/><Relationship Id="rId19" Type="http://schemas.openxmlformats.org/officeDocument/2006/relationships/slideLayout" Target="../slideLayouts/slideLayout19.xml"/><Relationship Id="rId20" Type="http://schemas.openxmlformats.org/officeDocument/2006/relationships/slideLayout" Target="../slideLayouts/slideLayout20.xml"/><Relationship Id="rId21" Type="http://schemas.openxmlformats.org/officeDocument/2006/relationships/slideLayout" Target="../slideLayouts/slideLayout21.xml"/><Relationship Id="rId22" Type="http://schemas.openxmlformats.org/officeDocument/2006/relationships/slideLayout" Target="../slideLayouts/slideLayout22.xml"/><Relationship Id="rId23" Type="http://schemas.openxmlformats.org/officeDocument/2006/relationships/slideLayout" Target="../slideLayouts/slideLayout23.xml"/><Relationship Id="rId24" Type="http://schemas.openxmlformats.org/officeDocument/2006/relationships/theme" Target="../theme/theme1.xml"/><Relationship Id="rId25" Type="http://schemas.openxmlformats.org/officeDocument/2006/relationships/image" Target="../media/image1.png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preserve="0">
  <p:cSld name="">
    <p:bg>
      <p:bgPr shadeToTitle="0">
        <a:blipFill rotWithShape="1">
          <a:blip r:embed="rId25">
            <a:lum/>
          </a:blip>
          <a:stretch/>
        </a:blipFill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80369378" name="Заголовок 1"/>
          <p:cNvSpPr>
            <a:spLocks noGrp="1"/>
          </p:cNvSpPr>
          <p:nvPr>
            <p:ph type="title"/>
          </p:nvPr>
        </p:nvSpPr>
        <p:spPr bwMode="auto">
          <a:xfrm>
            <a:off x="346075" y="421226"/>
            <a:ext cx="9862734" cy="376138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/>
          <a:p>
            <a:pPr>
              <a:defRPr/>
            </a:pPr>
            <a:r>
              <a:rPr lang="ru-RU"/>
              <a:t>ОБРАЗЕЦ ЗАГОЛОВКА</a:t>
            </a:r>
            <a:endParaRPr/>
          </a:p>
        </p:txBody>
      </p:sp>
      <p:sp>
        <p:nvSpPr>
          <p:cNvPr id="1023021196" name="Текст 2"/>
          <p:cNvSpPr>
            <a:spLocks noGrp="1"/>
          </p:cNvSpPr>
          <p:nvPr>
            <p:ph type="body" idx="1"/>
          </p:nvPr>
        </p:nvSpPr>
        <p:spPr bwMode="auto">
          <a:xfrm>
            <a:off x="315392" y="1016177"/>
            <a:ext cx="11561229" cy="516079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>
              <a:defRPr/>
            </a:pPr>
            <a:r>
              <a:rPr lang="ru-RU"/>
              <a:t>Образец текста</a:t>
            </a:r>
            <a:endParaRPr/>
          </a:p>
          <a:p>
            <a:pPr lvl="1">
              <a:defRPr/>
            </a:pPr>
            <a:r>
              <a:rPr lang="ru-RU"/>
              <a:t>Второй уровень</a:t>
            </a:r>
            <a:endParaRPr/>
          </a:p>
          <a:p>
            <a:pPr lvl="2">
              <a:defRPr/>
            </a:pPr>
            <a:r>
              <a:rPr lang="ru-RU"/>
              <a:t>Третий уровень</a:t>
            </a:r>
            <a:endParaRPr/>
          </a:p>
          <a:p>
            <a:pPr lvl="3">
              <a:defRPr/>
            </a:pPr>
            <a:r>
              <a:rPr lang="ru-RU"/>
              <a:t>Четвертый уровень</a:t>
            </a:r>
            <a:endParaRPr/>
          </a:p>
          <a:p>
            <a:pPr lvl="4">
              <a:defRPr/>
            </a:pPr>
            <a:r>
              <a:rPr lang="ru-RU"/>
              <a:t>Пятый уровень</a:t>
            </a:r>
            <a:endParaRPr/>
          </a:p>
        </p:txBody>
      </p:sp>
      <p:sp>
        <p:nvSpPr>
          <p:cNvPr id="1271905561" name="Дата 3"/>
          <p:cNvSpPr>
            <a:spLocks noGrp="1"/>
          </p:cNvSpPr>
          <p:nvPr>
            <p:ph type="dt" sz="half" idx="2"/>
          </p:nvPr>
        </p:nvSpPr>
        <p:spPr bwMode="auto"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5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fld id="{9D490EE5-ED7D-46E8-8345-A78A0CB0F4A4}" type="datetime1">
              <a:rPr lang="ru-RU"/>
              <a:t>29.09.2026</a:t>
            </a:fld>
            <a:endParaRPr lang="ru-RU"/>
          </a:p>
        </p:txBody>
      </p:sp>
      <p:sp>
        <p:nvSpPr>
          <p:cNvPr id="1100235724" name="Нижний колонтитул 4"/>
          <p:cNvSpPr>
            <a:spLocks noGrp="1"/>
          </p:cNvSpPr>
          <p:nvPr>
            <p:ph type="ftr" sz="quarter" idx="3"/>
          </p:nvPr>
        </p:nvSpPr>
        <p:spPr bwMode="auto"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5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endParaRPr lang="ru-RU"/>
          </a:p>
        </p:txBody>
      </p:sp>
      <p:sp>
        <p:nvSpPr>
          <p:cNvPr id="1110995460" name="Номер слайда 5"/>
          <p:cNvSpPr>
            <a:spLocks noGrp="1"/>
          </p:cNvSpPr>
          <p:nvPr>
            <p:ph type="sldNum" sz="quarter" idx="4"/>
          </p:nvPr>
        </p:nvSpPr>
        <p:spPr bwMode="auto">
          <a:xfrm>
            <a:off x="11413507" y="6356357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fld id="{52DCC5B9-D646-4B76-891F-6FF4E74E9CB4}" type="slidenum">
              <a:rPr lang="ru-RU"/>
              <a:t>8</a:t>
            </a:fld>
            <a:endParaRPr lang="ru-RU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0" r:id="rId12"/>
    <p:sldLayoutId id="2147483661" r:id="rId13"/>
    <p:sldLayoutId id="2147483662" r:id="rId14"/>
    <p:sldLayoutId id="2147483663" r:id="rId15"/>
    <p:sldLayoutId id="2147483664" r:id="rId16"/>
    <p:sldLayoutId id="2147483665" r:id="rId17"/>
    <p:sldLayoutId id="2147483666" r:id="rId18"/>
    <p:sldLayoutId id="2147483667" r:id="rId19"/>
    <p:sldLayoutId id="2147483668" r:id="rId20"/>
    <p:sldLayoutId id="2147483669" r:id="rId21"/>
    <p:sldLayoutId id="2147483670" r:id="rId22"/>
    <p:sldLayoutId id="2147483671" r:id="rId23"/>
  </p:sldLayoutIdLst>
  <p:hf dt="0" ftr="0" hdr="0" sldNum="1"/>
  <p:txStyles>
    <p:titleStyle>
      <a:lvl1pPr algn="l" defTabSz="578755" rtl="0">
        <a:lnSpc>
          <a:spcPct val="90000"/>
        </a:lnSpc>
        <a:spcBef>
          <a:spcPts val="0"/>
        </a:spcBef>
        <a:buNone/>
        <a:defRPr sz="2000" b="1">
          <a:solidFill>
            <a:schemeClr val="bg1">
              <a:lumMod val="95000"/>
            </a:schemeClr>
          </a:solidFill>
          <a:latin typeface="+mj-lt"/>
          <a:ea typeface="+mj-ea"/>
          <a:cs typeface="Amatic SC"/>
        </a:defRPr>
      </a:lvl1pPr>
    </p:titleStyle>
    <p:bodyStyle>
      <a:lvl1pPr marL="144688" indent="-144688" algn="l" defTabSz="578755" rtl="0">
        <a:lnSpc>
          <a:spcPct val="90000"/>
        </a:lnSpc>
        <a:spcBef>
          <a:spcPts val="631"/>
        </a:spcBef>
        <a:buFont typeface="Arial"/>
        <a:buChar char="•"/>
        <a:defRPr sz="1450">
          <a:solidFill>
            <a:schemeClr val="bg1">
              <a:lumMod val="95000"/>
            </a:schemeClr>
          </a:solidFill>
          <a:latin typeface="+mn-lt"/>
          <a:ea typeface="+mn-ea"/>
          <a:cs typeface="+mn-cs"/>
        </a:defRPr>
      </a:lvl1pPr>
      <a:lvl2pPr marL="434067" indent="-144688" algn="l" defTabSz="578755" rtl="0">
        <a:lnSpc>
          <a:spcPct val="90000"/>
        </a:lnSpc>
        <a:spcBef>
          <a:spcPts val="317"/>
        </a:spcBef>
        <a:buFont typeface="Arial"/>
        <a:buChar char="•"/>
        <a:defRPr sz="1250">
          <a:solidFill>
            <a:schemeClr val="bg1">
              <a:lumMod val="95000"/>
            </a:schemeClr>
          </a:solidFill>
          <a:latin typeface="+mn-lt"/>
          <a:ea typeface="+mn-ea"/>
          <a:cs typeface="+mn-cs"/>
        </a:defRPr>
      </a:lvl2pPr>
      <a:lvl3pPr marL="723445" indent="-144688" algn="l" defTabSz="578755" rtl="0">
        <a:lnSpc>
          <a:spcPct val="90000"/>
        </a:lnSpc>
        <a:spcBef>
          <a:spcPts val="317"/>
        </a:spcBef>
        <a:buFont typeface="Arial"/>
        <a:buChar char="•"/>
        <a:defRPr sz="1000">
          <a:solidFill>
            <a:schemeClr val="bg1">
              <a:lumMod val="95000"/>
            </a:schemeClr>
          </a:solidFill>
          <a:latin typeface="+mn-lt"/>
          <a:ea typeface="+mn-ea"/>
          <a:cs typeface="+mn-cs"/>
        </a:defRPr>
      </a:lvl3pPr>
      <a:lvl4pPr marL="1012822" indent="-144688" algn="l" defTabSz="578755" rtl="0">
        <a:lnSpc>
          <a:spcPct val="90000"/>
        </a:lnSpc>
        <a:spcBef>
          <a:spcPts val="317"/>
        </a:spcBef>
        <a:buFont typeface="Arial"/>
        <a:buChar char="•"/>
        <a:defRPr sz="900">
          <a:solidFill>
            <a:schemeClr val="bg1">
              <a:lumMod val="95000"/>
            </a:schemeClr>
          </a:solidFill>
          <a:latin typeface="+mn-lt"/>
          <a:ea typeface="+mn-ea"/>
          <a:cs typeface="+mn-cs"/>
        </a:defRPr>
      </a:lvl4pPr>
      <a:lvl5pPr marL="1302200" indent="-144688" algn="l" defTabSz="578755" rtl="0">
        <a:lnSpc>
          <a:spcPct val="90000"/>
        </a:lnSpc>
        <a:spcBef>
          <a:spcPts val="317"/>
        </a:spcBef>
        <a:buFont typeface="Arial"/>
        <a:buChar char="•"/>
        <a:defRPr sz="900">
          <a:solidFill>
            <a:schemeClr val="bg1">
              <a:lumMod val="95000"/>
            </a:schemeClr>
          </a:solidFill>
          <a:latin typeface="+mn-lt"/>
          <a:ea typeface="+mn-ea"/>
          <a:cs typeface="+mn-cs"/>
        </a:defRPr>
      </a:lvl5pPr>
      <a:lvl6pPr marL="1591575" indent="-144688" algn="l" defTabSz="578755" rtl="0">
        <a:lnSpc>
          <a:spcPct val="90000"/>
        </a:lnSpc>
        <a:spcBef>
          <a:spcPts val="317"/>
        </a:spcBef>
        <a:buFont typeface="Arial"/>
        <a:buChar char="•"/>
        <a:defRPr sz="1150">
          <a:solidFill>
            <a:schemeClr val="tx1"/>
          </a:solidFill>
          <a:latin typeface="+mn-lt"/>
          <a:ea typeface="+mn-ea"/>
          <a:cs typeface="+mn-cs"/>
        </a:defRPr>
      </a:lvl6pPr>
      <a:lvl7pPr marL="1880955" indent="-144688" algn="l" defTabSz="578755" rtl="0">
        <a:lnSpc>
          <a:spcPct val="90000"/>
        </a:lnSpc>
        <a:spcBef>
          <a:spcPts val="317"/>
        </a:spcBef>
        <a:buFont typeface="Arial"/>
        <a:buChar char="•"/>
        <a:defRPr sz="1150">
          <a:solidFill>
            <a:schemeClr val="tx1"/>
          </a:solidFill>
          <a:latin typeface="+mn-lt"/>
          <a:ea typeface="+mn-ea"/>
          <a:cs typeface="+mn-cs"/>
        </a:defRPr>
      </a:lvl7pPr>
      <a:lvl8pPr marL="2170334" indent="-144688" algn="l" defTabSz="578755" rtl="0">
        <a:lnSpc>
          <a:spcPct val="90000"/>
        </a:lnSpc>
        <a:spcBef>
          <a:spcPts val="317"/>
        </a:spcBef>
        <a:buFont typeface="Arial"/>
        <a:buChar char="•"/>
        <a:defRPr sz="1150">
          <a:solidFill>
            <a:schemeClr val="tx1"/>
          </a:solidFill>
          <a:latin typeface="+mn-lt"/>
          <a:ea typeface="+mn-ea"/>
          <a:cs typeface="+mn-cs"/>
        </a:defRPr>
      </a:lvl8pPr>
      <a:lvl9pPr marL="2459712" indent="-144688" algn="l" defTabSz="578755" rtl="0">
        <a:lnSpc>
          <a:spcPct val="90000"/>
        </a:lnSpc>
        <a:spcBef>
          <a:spcPts val="317"/>
        </a:spcBef>
        <a:buFont typeface="Arial"/>
        <a:buChar char="•"/>
        <a:defRPr sz="115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ru-RU"/>
      </a:defPPr>
      <a:lvl1pPr marL="0" algn="l" defTabSz="578755" rtl="0">
        <a:defRPr sz="1150">
          <a:solidFill>
            <a:schemeClr val="tx1"/>
          </a:solidFill>
          <a:latin typeface="+mn-lt"/>
          <a:ea typeface="+mn-ea"/>
          <a:cs typeface="+mn-cs"/>
        </a:defRPr>
      </a:lvl1pPr>
      <a:lvl2pPr marL="289378" algn="l" defTabSz="578755" rtl="0">
        <a:defRPr sz="1150">
          <a:solidFill>
            <a:schemeClr val="tx1"/>
          </a:solidFill>
          <a:latin typeface="+mn-lt"/>
          <a:ea typeface="+mn-ea"/>
          <a:cs typeface="+mn-cs"/>
        </a:defRPr>
      </a:lvl2pPr>
      <a:lvl3pPr marL="578755" algn="l" defTabSz="578755" rtl="0">
        <a:defRPr sz="1150">
          <a:solidFill>
            <a:schemeClr val="tx1"/>
          </a:solidFill>
          <a:latin typeface="+mn-lt"/>
          <a:ea typeface="+mn-ea"/>
          <a:cs typeface="+mn-cs"/>
        </a:defRPr>
      </a:lvl3pPr>
      <a:lvl4pPr marL="868132" algn="l" defTabSz="578755" rtl="0">
        <a:defRPr sz="1150">
          <a:solidFill>
            <a:schemeClr val="tx1"/>
          </a:solidFill>
          <a:latin typeface="+mn-lt"/>
          <a:ea typeface="+mn-ea"/>
          <a:cs typeface="+mn-cs"/>
        </a:defRPr>
      </a:lvl4pPr>
      <a:lvl5pPr marL="1157510" algn="l" defTabSz="578755" rtl="0">
        <a:defRPr sz="1150">
          <a:solidFill>
            <a:schemeClr val="tx1"/>
          </a:solidFill>
          <a:latin typeface="+mn-lt"/>
          <a:ea typeface="+mn-ea"/>
          <a:cs typeface="+mn-cs"/>
        </a:defRPr>
      </a:lvl5pPr>
      <a:lvl6pPr marL="1446887" algn="l" defTabSz="578755" rtl="0">
        <a:defRPr sz="1150">
          <a:solidFill>
            <a:schemeClr val="tx1"/>
          </a:solidFill>
          <a:latin typeface="+mn-lt"/>
          <a:ea typeface="+mn-ea"/>
          <a:cs typeface="+mn-cs"/>
        </a:defRPr>
      </a:lvl6pPr>
      <a:lvl7pPr marL="1736266" algn="l" defTabSz="578755" rtl="0">
        <a:defRPr sz="1150">
          <a:solidFill>
            <a:schemeClr val="tx1"/>
          </a:solidFill>
          <a:latin typeface="+mn-lt"/>
          <a:ea typeface="+mn-ea"/>
          <a:cs typeface="+mn-cs"/>
        </a:defRPr>
      </a:lvl7pPr>
      <a:lvl8pPr marL="2025644" algn="l" defTabSz="578755" rtl="0">
        <a:defRPr sz="1150">
          <a:solidFill>
            <a:schemeClr val="tx1"/>
          </a:solidFill>
          <a:latin typeface="+mn-lt"/>
          <a:ea typeface="+mn-ea"/>
          <a:cs typeface="+mn-cs"/>
        </a:defRPr>
      </a:lvl8pPr>
      <a:lvl9pPr marL="2315021" algn="l" defTabSz="578755" rtl="0">
        <a:defRPr sz="11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1.png"/><Relationship Id="rId4" Type="http://schemas.openxmlformats.org/officeDocument/2006/relationships/image" Target="../media/image3.jp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1.xml"/><Relationship Id="rId2" Type="http://schemas.openxmlformats.org/officeDocument/2006/relationships/notesSlide" Target="../notesSlides/notesSlide11.xml"/><Relationship Id="rId3" Type="http://schemas.openxmlformats.org/officeDocument/2006/relationships/image" Target="../media/image1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3.xml"/><Relationship Id="rId2" Type="http://schemas.openxmlformats.org/officeDocument/2006/relationships/notesSlide" Target="../notesSlides/notesSlide20.xml"/><Relationship Id="rId3" Type="http://schemas.openxmlformats.org/officeDocument/2006/relationships/image" Target="../media/image4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19.xml"/><Relationship Id="rId3" Type="http://schemas.openxmlformats.org/officeDocument/2006/relationships/image" Target="../media/image30.png"/><Relationship Id="rId4" Type="http://schemas.openxmlformats.org/officeDocument/2006/relationships/image" Target="../media/image5.jpg"/><Relationship Id="rId5" Type="http://schemas.openxmlformats.org/officeDocument/2006/relationships/image" Target="../media/image6.jpg"/><Relationship Id="rId6" Type="http://schemas.openxmlformats.org/officeDocument/2006/relationships/image" Target="../media/image7.jp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1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30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1.xml"/><Relationship Id="rId3" Type="http://schemas.openxmlformats.org/officeDocument/2006/relationships/image" Target="../media/image30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1.png"/><Relationship Id="rId4" Type="http://schemas.openxmlformats.org/officeDocument/2006/relationships/image" Target="../media/image8.jp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image" Target="../media/image9.jpg"/><Relationship Id="rId3" Type="http://schemas.openxmlformats.org/officeDocument/2006/relationships/image" Target="../media/image1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1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1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1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30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21.xml"/><Relationship Id="rId3" Type="http://schemas.openxmlformats.org/officeDocument/2006/relationships/image" Target="../media/image1.png"/><Relationship Id="rId4" Type="http://schemas.openxmlformats.org/officeDocument/2006/relationships/chart" Target="../charts/chart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1.xml"/><Relationship Id="rId3" Type="http://schemas.openxmlformats.org/officeDocument/2006/relationships/image" Target="../media/image1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1.xml"/><Relationship Id="rId3" Type="http://schemas.openxmlformats.org/officeDocument/2006/relationships/image" Target="../media/image30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8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1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bg>
      <p:bgPr shadeToTitle="0">
        <a:blipFill rotWithShape="1">
          <a:blip r:embed="rId3">
            <a:lum/>
          </a:blip>
          <a:stretch/>
        </a:blipFill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111735952" name="Скругленный прямоугольник 8"/>
          <p:cNvSpPr/>
          <p:nvPr/>
        </p:nvSpPr>
        <p:spPr bwMode="auto">
          <a:xfrm>
            <a:off x="346075" y="266006"/>
            <a:ext cx="5354638" cy="6331643"/>
          </a:xfrm>
          <a:prstGeom prst="roundRect">
            <a:avLst>
              <a:gd name="adj" fmla="val 6926"/>
            </a:avLst>
          </a:prstGeom>
          <a:solidFill>
            <a:schemeClr val="bg1"/>
          </a:solidFill>
          <a:ln w="12700" cap="flat" cmpd="sng" algn="ctr">
            <a:noFill/>
            <a:prstDash val="solid"/>
            <a:round/>
            <a:headEnd type="none" w="med" len="med"/>
            <a:tailEnd type="none" w="med" len="med"/>
          </a:ln>
        </p:spPr>
        <p:style>
          <a:lnRef idx="0">
            <a:srgbClr val="000000"/>
          </a:lnRef>
          <a:fillRef idx="0">
            <a:srgbClr val="000000"/>
          </a:fillRef>
          <a:effectRef idx="0">
            <a:srgbClr val="000000"/>
          </a:effectRef>
          <a:fontRef idx="minor">
            <a:schemeClr val="accent2"/>
          </a:fontRef>
        </p:style>
        <p:txBody>
          <a:bodyPr rtlCol="0" anchor="t"/>
          <a:lstStyle/>
          <a:p>
            <a:pPr algn="ctr">
              <a:defRPr/>
            </a:pPr>
            <a:endParaRPr lang="ru-RU" b="1">
              <a:solidFill>
                <a:schemeClr val="accent2"/>
              </a:solidFill>
            </a:endParaRPr>
          </a:p>
        </p:txBody>
      </p:sp>
      <p:sp>
        <p:nvSpPr>
          <p:cNvPr id="1579678790" name="Номер слайда 1"/>
          <p:cNvSpPr>
            <a:spLocks noGrp="1"/>
          </p:cNvSpPr>
          <p:nvPr>
            <p:ph type="sldNum" sz="quarter" idx="4"/>
          </p:nvPr>
        </p:nvSpPr>
        <p:spPr bwMode="auto"/>
        <p:txBody>
          <a:bodyPr/>
          <a:lstStyle/>
          <a:p>
            <a:pPr>
              <a:defRPr/>
            </a:pPr>
            <a:fld id="{52DCC5B9-D646-4B76-891F-6FF4E74E9CB4}" type="slidenum">
              <a:rPr lang="ru-RU">
                <a:solidFill>
                  <a:schemeClr val="bg1"/>
                </a:solidFill>
              </a:rPr>
              <a:t>14</a:t>
            </a:fld>
            <a:endParaRPr lang="ru-RU">
              <a:solidFill>
                <a:schemeClr val="bg1"/>
              </a:solidFill>
            </a:endParaRPr>
          </a:p>
        </p:txBody>
      </p:sp>
      <p:sp>
        <p:nvSpPr>
          <p:cNvPr id="1531260878" name="Заголовок 2"/>
          <p:cNvSpPr>
            <a:spLocks noGrp="1"/>
          </p:cNvSpPr>
          <p:nvPr>
            <p:ph type="title"/>
          </p:nvPr>
        </p:nvSpPr>
        <p:spPr bwMode="auto">
          <a:xfrm>
            <a:off x="622040" y="496888"/>
            <a:ext cx="4781233" cy="415925"/>
          </a:xfrm>
        </p:spPr>
        <p:txBody>
          <a:bodyPr wrap="square"/>
          <a:lstStyle/>
          <a:p>
            <a:pPr marL="0" indent="0">
              <a:defRPr/>
              <a:spcAft>
                <a:spcPts val="400"/>
              </a:spcAft>
              <a:buNone/>
            </a:pPr>
            <a:r>
              <a:rPr sz="3200" b="1" i="0">
                <a:solidFill>
                  <a:srgbClr val="520978"/>
                </a:solidFill>
                <a:latin typeface="Montserrat"/>
              </a:rPr>
              <a:t>ХРОНОГРАФ</a:t>
            </a:r>
            <a:endParaRPr lang="ru-RU" sz="2000">
              <a:solidFill>
                <a:schemeClr val="accent5"/>
              </a:solidFill>
            </a:endParaRPr>
          </a:p>
        </p:txBody>
      </p:sp>
      <p:sp>
        <p:nvSpPr>
          <p:cNvPr id="217215088" name="Текст 6"/>
          <p:cNvSpPr>
            <a:spLocks noGrp="1"/>
          </p:cNvSpPr>
          <p:nvPr>
            <p:ph type="body" sz="quarter" idx="14"/>
          </p:nvPr>
        </p:nvSpPr>
        <p:spPr bwMode="auto">
          <a:xfrm>
            <a:off x="595433" y="1143695"/>
            <a:ext cx="4807840" cy="4717356"/>
          </a:xfrm>
        </p:spPr>
        <p:txBody>
          <a:bodyPr wrap="square"/>
          <a:lstStyle/>
          <a:p>
            <a:pPr marL="0" indent="0">
              <a:defRPr/>
              <a:spcAft>
                <a:spcPts val="200"/>
              </a:spcAft>
              <a:buNone/>
            </a:pPr>
            <a:r>
              <a:rPr sz="1500" b="1" i="0">
                <a:solidFill>
                  <a:srgbClr val="1C1D22"/>
                </a:solidFill>
                <a:latin typeface="Montserrat"/>
              </a:rPr>
              <a:t>Автоматизированный сервис поиска нарушений</a:t>
            </a:r>
            <a:endParaRPr lang="ru-RU">
              <a:solidFill>
                <a:schemeClr val="tx1"/>
              </a:solidFill>
            </a:endParaRPr>
          </a:p>
          <a:p>
            <a:pPr marL="0" indent="0">
              <a:defRPr/>
              <a:spcAft>
                <a:spcPts val="200"/>
              </a:spcAft>
              <a:buNone/>
            </a:pPr>
            <a:r>
              <a:rPr sz="1500" b="1" i="0">
                <a:solidFill>
                  <a:srgbClr val="1C1D22"/>
                </a:solidFill>
                <a:latin typeface="Montserrat"/>
              </a:rPr>
              <a:t>на строительных площадках Москвы</a:t>
            </a:r>
            <a:endParaRPr lang="ru-RU">
              <a:solidFill>
                <a:schemeClr val="tx1"/>
              </a:solidFill>
            </a:endParaRPr>
          </a:p>
          <a:p>
            <a:pPr marL="0" indent="0">
              <a:defRPr/>
              <a:spcAft>
                <a:spcPts val="200"/>
              </a:spcAft>
              <a:buNone/>
            </a:pPr>
            <a:r>
              <a:rPr sz="800" b="0" i="0">
                <a:solidFill>
                  <a:srgbClr val="1C1D22"/>
                </a:solidFill>
                <a:latin typeface="Montserrat"/>
              </a:rPr>
              <a:t/>
            </a:r>
            <a:endParaRPr lang="ru-RU">
              <a:solidFill>
                <a:schemeClr val="tx1"/>
              </a:solidFill>
            </a:endParaRPr>
          </a:p>
          <a:p>
            <a:pPr marL="0" indent="0">
              <a:defRPr/>
              <a:spcAft>
                <a:spcPts val="200"/>
              </a:spcAft>
              <a:buNone/>
            </a:pPr>
            <a:r>
              <a:rPr sz="1300" b="1" i="0">
                <a:solidFill>
                  <a:srgbClr val="FF0053"/>
                </a:solidFill>
                <a:latin typeface="Montserrat"/>
              </a:rPr>
              <a:t>Задача №7</a:t>
            </a:r>
            <a:endParaRPr lang="ru-RU">
              <a:solidFill>
                <a:schemeClr val="tx1"/>
              </a:solidFill>
            </a:endParaRPr>
          </a:p>
          <a:p>
            <a:pPr marL="0" indent="0">
              <a:defRPr/>
              <a:spcAft>
                <a:spcPts val="200"/>
              </a:spcAft>
              <a:buNone/>
            </a:pPr>
            <a:r>
              <a:rPr sz="1200" b="0" i="0">
                <a:solidFill>
                  <a:srgbClr val="5A5C66"/>
                </a:solidFill>
                <a:latin typeface="Montserrat"/>
              </a:rPr>
              <a:t>Департамент градостроительной политики</a:t>
            </a:r>
            <a:endParaRPr lang="ru-RU">
              <a:solidFill>
                <a:schemeClr val="tx1"/>
              </a:solidFill>
            </a:endParaRPr>
          </a:p>
          <a:p>
            <a:pPr marL="0" indent="0">
              <a:defRPr/>
              <a:spcAft>
                <a:spcPts val="200"/>
              </a:spcAft>
              <a:buNone/>
            </a:pPr>
            <a:r>
              <a:rPr sz="1200" b="0" i="0">
                <a:solidFill>
                  <a:srgbClr val="5A5C66"/>
                </a:solidFill>
                <a:latin typeface="Montserrat"/>
              </a:rPr>
              <a:t>города Москвы</a:t>
            </a:r>
            <a:endParaRPr lang="ru-RU">
              <a:solidFill>
                <a:schemeClr val="tx1"/>
              </a:solidFill>
            </a:endParaRPr>
          </a:p>
          <a:p>
            <a:pPr marL="0" indent="0">
              <a:defRPr/>
              <a:spcAft>
                <a:spcPts val="200"/>
              </a:spcAft>
              <a:buNone/>
            </a:pPr>
            <a:r>
              <a:rPr sz="800" b="0" i="0">
                <a:solidFill>
                  <a:srgbClr val="1C1D22"/>
                </a:solidFill>
                <a:latin typeface="Montserrat"/>
              </a:rPr>
              <a:t/>
            </a:r>
            <a:endParaRPr lang="ru-RU">
              <a:solidFill>
                <a:schemeClr val="tx1"/>
              </a:solidFill>
            </a:endParaRPr>
          </a:p>
          <a:p>
            <a:pPr marL="0" indent="0">
              <a:defRPr/>
              <a:spcAft>
                <a:spcPts val="200"/>
              </a:spcAft>
              <a:buNone/>
            </a:pPr>
            <a:r>
              <a:rPr sz="1300" b="1" i="0">
                <a:solidFill>
                  <a:srgbClr val="1C1D22"/>
                </a:solidFill>
                <a:latin typeface="Montserrat"/>
              </a:rPr>
              <a:t>Команда CyberCrew</a:t>
            </a:r>
            <a:endParaRPr lang="ru-RU">
              <a:solidFill>
                <a:schemeClr val="tx1"/>
              </a:solidFill>
            </a:endParaRPr>
          </a:p>
          <a:p>
            <a:pPr marL="0" indent="0">
              <a:defRPr/>
              <a:spcAft>
                <a:spcPts val="200"/>
              </a:spcAft>
              <a:buNone/>
            </a:pPr>
            <a:r>
              <a:rPr sz="1200" b="0" i="0">
                <a:solidFill>
                  <a:srgbClr val="5A5C66"/>
                </a:solidFill>
                <a:latin typeface="Montserrat"/>
              </a:rPr>
              <a:t>Капитан: Сафин Аскар Айдарович</a:t>
            </a:r>
            <a:endParaRPr lang="ru-RU">
              <a:solidFill>
                <a:schemeClr val="tx1"/>
              </a:solidFill>
            </a:endParaRPr>
          </a:p>
          <a:p>
            <a:pPr marL="0" indent="0">
              <a:defRPr/>
              <a:spcAft>
                <a:spcPts val="200"/>
              </a:spcAft>
              <a:buNone/>
            </a:pPr>
            <a:r>
              <a:rPr sz="1200" b="0" i="0">
                <a:solidFill>
                  <a:srgbClr val="5A5C66"/>
                </a:solidFill>
                <a:latin typeface="Montserrat"/>
              </a:rPr>
              <a:t>github.com/acmtco/ISMC</a:t>
            </a:r>
            <a:endParaRPr lang="ru-RU">
              <a:solidFill>
                <a:schemeClr val="tx1"/>
              </a:solidFill>
            </a:endParaRPr>
          </a:p>
        </p:txBody>
      </p:sp>
      <p:pic>
        <p:nvPicPr>
          <p:cNvPr id="1579678791" name="Picture 1579678790" descr="t1.jp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263640" y="1051560"/>
            <a:ext cx="5486400" cy="4754880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bg>
      <p:bgPr shadeToTitle="0">
        <a:blipFill rotWithShape="1">
          <a:blip r:embed="rId3">
            <a:lum/>
          </a:blip>
          <a:stretch/>
        </a:blipFill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143324433" name="Скругленный прямоугольник 9"/>
          <p:cNvSpPr/>
          <p:nvPr/>
        </p:nvSpPr>
        <p:spPr bwMode="auto">
          <a:xfrm>
            <a:off x="346075" y="324562"/>
            <a:ext cx="3750911" cy="620919"/>
          </a:xfrm>
          <a:prstGeom prst="roundRect">
            <a:avLst>
              <a:gd name="adj" fmla="val 18706"/>
            </a:avLst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>
              <a:defRPr/>
            </a:pPr>
            <a:endParaRPr lang="ru-RU" b="1">
              <a:solidFill>
                <a:schemeClr val="accent2"/>
              </a:solidFill>
            </a:endParaRPr>
          </a:p>
        </p:txBody>
      </p:sp>
      <p:sp>
        <p:nvSpPr>
          <p:cNvPr id="462810021" name="Скругленный прямоугольник 23"/>
          <p:cNvSpPr/>
          <p:nvPr/>
        </p:nvSpPr>
        <p:spPr bwMode="auto">
          <a:xfrm>
            <a:off x="6230774" y="1211284"/>
            <a:ext cx="5440313" cy="4989492"/>
          </a:xfrm>
          <a:prstGeom prst="roundRect">
            <a:avLst>
              <a:gd name="adj" fmla="val 3865"/>
            </a:avLst>
          </a:prstGeom>
          <a:solidFill>
            <a:schemeClr val="bg1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</p:spPr>
        <p:style>
          <a:lnRef idx="0">
            <a:srgbClr val="000000"/>
          </a:lnRef>
          <a:fillRef idx="0">
            <a:srgbClr val="000000"/>
          </a:fillRef>
          <a:effectRef idx="0">
            <a:srgbClr val="000000"/>
          </a:effectRef>
          <a:fontRef idx="minor">
            <a:schemeClr val="accent2"/>
          </a:fontRef>
        </p:style>
        <p:txBody>
          <a:bodyPr rtlCol="0" anchor="t"/>
          <a:lstStyle/>
          <a:p>
            <a:pPr algn="ctr">
              <a:defRPr/>
            </a:pPr>
            <a:endParaRPr lang="ru-RU" b="1">
              <a:solidFill>
                <a:schemeClr val="accent2"/>
              </a:solidFill>
            </a:endParaRPr>
          </a:p>
        </p:txBody>
      </p:sp>
      <p:sp>
        <p:nvSpPr>
          <p:cNvPr id="1928501503" name="Скругленный прямоугольник 26"/>
          <p:cNvSpPr/>
          <p:nvPr/>
        </p:nvSpPr>
        <p:spPr bwMode="auto">
          <a:xfrm>
            <a:off x="346076" y="1211284"/>
            <a:ext cx="5440313" cy="4989492"/>
          </a:xfrm>
          <a:prstGeom prst="roundRect">
            <a:avLst>
              <a:gd name="adj" fmla="val 3407"/>
            </a:avLst>
          </a:prstGeom>
          <a:solidFill>
            <a:schemeClr val="bg1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</p:spPr>
        <p:style>
          <a:lnRef idx="0">
            <a:srgbClr val="000000"/>
          </a:lnRef>
          <a:fillRef idx="0">
            <a:srgbClr val="000000"/>
          </a:fillRef>
          <a:effectRef idx="0">
            <a:srgbClr val="000000"/>
          </a:effectRef>
          <a:fontRef idx="minor">
            <a:schemeClr val="accent2"/>
          </a:fontRef>
        </p:style>
        <p:txBody>
          <a:bodyPr rtlCol="0" anchor="t"/>
          <a:lstStyle/>
          <a:p>
            <a:pPr algn="ctr">
              <a:defRPr/>
            </a:pPr>
            <a:endParaRPr lang="ru-RU" b="1">
              <a:solidFill>
                <a:schemeClr val="accent2"/>
              </a:solidFill>
            </a:endParaRPr>
          </a:p>
        </p:txBody>
      </p:sp>
      <p:sp>
        <p:nvSpPr>
          <p:cNvPr id="2058545193" name="Номер слайда 20"/>
          <p:cNvSpPr>
            <a:spLocks noGrp="1"/>
          </p:cNvSpPr>
          <p:nvPr>
            <p:ph type="sldNum" sz="quarter" idx="4"/>
          </p:nvPr>
        </p:nvSpPr>
        <p:spPr bwMode="auto"/>
        <p:txBody>
          <a:bodyPr/>
          <a:lstStyle/>
          <a:p>
            <a:pPr>
              <a:defRPr/>
            </a:pPr>
            <a:fld id="{52DCC5B9-D646-4B76-891F-6FF4E74E9CB4}" type="slidenum">
              <a:rPr lang="ru-RU">
                <a:solidFill>
                  <a:schemeClr val="bg1"/>
                </a:solidFill>
              </a:rPr>
              <a:t>11</a:t>
            </a:fld>
            <a:endParaRPr lang="ru-RU">
              <a:solidFill>
                <a:schemeClr val="bg1"/>
              </a:solidFill>
            </a:endParaRPr>
          </a:p>
        </p:txBody>
      </p:sp>
      <p:sp>
        <p:nvSpPr>
          <p:cNvPr id="1276817126" name="Текст 2"/>
          <p:cNvSpPr>
            <a:spLocks noGrp="1"/>
          </p:cNvSpPr>
          <p:nvPr>
            <p:ph type="body" sz="quarter" idx="38"/>
          </p:nvPr>
        </p:nvSpPr>
        <p:spPr bwMode="auto">
          <a:xfrm>
            <a:off x="589492" y="1920927"/>
            <a:ext cx="4929861" cy="3868581"/>
          </a:xfrm>
        </p:spPr>
        <p:txBody>
          <a:bodyPr wrap="square">
            <a:normAutofit/>
          </a:bodyPr>
          <a:lstStyle/>
          <a:p>
            <a:pPr marL="0" indent="0">
              <a:defRPr/>
              <a:spcAft>
                <a:spcPts val="1200"/>
              </a:spcAft>
              <a:buNone/>
            </a:pPr>
            <a:r>
              <a:rPr lang="ru-RU" sz="1300" b="0" i="0">
                <a:solidFill>
                  <a:srgbClr val="1C1D22"/>
                </a:solidFill>
                <a:latin typeface="Montserrat"/>
              </a:rPr>
              <a:t>Контроль стройки идёт вручную: прораб просматривает камеры глазами, сверяет увиденное с графиком и звонит подрядчику.</a:t>
            </a:r>
            <a:endParaRPr/>
          </a:p>
          <a:p>
            <a:pPr marL="0" indent="0">
              <a:defRPr/>
              <a:spcAft>
                <a:spcPts val="1200"/>
              </a:spcAft>
              <a:buNone/>
            </a:pPr>
            <a:r>
              <a:rPr lang="ru-RU" sz="1300" b="0" i="0">
                <a:solidFill>
                  <a:srgbClr val="1C1D22"/>
                </a:solidFill>
                <a:latin typeface="Montserrat"/>
              </a:rPr>
              <a:t>На десятках площадок это физически невозможно. Отставание вскрывается тогда, когда исправлять его уже дорого.</a:t>
            </a:r>
            <a:endParaRPr/>
          </a:p>
          <a:p>
            <a:pPr marL="0" indent="0">
              <a:defRPr/>
              <a:spcAft>
                <a:spcPts val="1200"/>
              </a:spcAft>
              <a:buNone/>
            </a:pPr>
            <a:r>
              <a:rPr lang="ru-RU" sz="1300" b="0" i="0">
                <a:solidFill>
                  <a:srgbClr val="1C1D22"/>
                </a:solidFill>
                <a:latin typeface="Montserrat"/>
              </a:rPr>
              <a:t>При этом снимки с камер уже содержат объективный ответ: какая техника на объекте, где она стоит и работает ли она. Их просто никто не читает машинно.</a:t>
            </a:r>
            <a:endParaRPr/>
          </a:p>
        </p:txBody>
      </p:sp>
      <p:sp>
        <p:nvSpPr>
          <p:cNvPr id="310169977" name="Текст 6"/>
          <p:cNvSpPr>
            <a:spLocks noGrp="1"/>
          </p:cNvSpPr>
          <p:nvPr>
            <p:ph type="body" sz="quarter" idx="42"/>
          </p:nvPr>
        </p:nvSpPr>
        <p:spPr bwMode="auto">
          <a:xfrm>
            <a:off x="6513513" y="1920927"/>
            <a:ext cx="4957144" cy="3876445"/>
          </a:xfrm>
        </p:spPr>
        <p:txBody>
          <a:bodyPr wrap="square">
            <a:normAutofit/>
          </a:bodyPr>
          <a:lstStyle/>
          <a:p>
            <a:pPr marL="0" indent="0">
              <a:defRPr/>
              <a:spcAft>
                <a:spcPts val="1200"/>
              </a:spcAft>
              <a:buNone/>
            </a:pPr>
            <a:r>
              <a:rPr lang="ru-RU" sz="1300" b="0" i="0">
                <a:solidFill>
                  <a:srgbClr val="1C1D22"/>
                </a:solidFill>
                <a:latin typeface="Montserrat"/>
              </a:rPr>
              <a:t>Мы переводим снимки в машино-часы — ту же единицу, в которой написан календарный график и смета.</a:t>
            </a:r>
            <a:br>
              <a:rPr lang="ru-RU" sz="1400">
                <a:solidFill>
                  <a:schemeClr val="tx1"/>
                </a:solidFill>
              </a:rPr>
            </a:br>
            <a:endParaRPr/>
          </a:p>
          <a:p>
            <a:pPr marL="0" indent="0">
              <a:defRPr/>
              <a:spcAft>
                <a:spcPts val="1200"/>
              </a:spcAft>
              <a:buNone/>
            </a:pPr>
            <a:r>
              <a:rPr lang="ru-RU" sz="1300" b="0" i="0">
                <a:solidFill>
                  <a:srgbClr val="1C1D22"/>
                </a:solidFill>
                <a:latin typeface="Montserrat"/>
              </a:rPr>
              <a:t>Сравнивается не «техника есть или её нет», а план и факт в одних единицах, с накопительным итогом.</a:t>
            </a:r>
            <a:br>
              <a:rPr lang="ru-RU" sz="1400">
                <a:solidFill>
                  <a:schemeClr val="tx1"/>
                </a:solidFill>
              </a:rPr>
            </a:br>
            <a:endParaRPr/>
          </a:p>
          <a:p>
            <a:pPr marL="0" indent="0">
              <a:defRPr/>
              <a:spcAft>
                <a:spcPts val="1200"/>
              </a:spcAft>
              <a:buNone/>
            </a:pPr>
            <a:r>
              <a:rPr lang="ru-RU" sz="1300" b="0" i="0">
                <a:solidFill>
                  <a:srgbClr val="1C1D22"/>
                </a:solidFill>
                <a:latin typeface="Montserrat"/>
              </a:rPr>
              <a:t>Отсюда сразу следуют индекс выполнения по срокам, прогноз даты завершения и ответ на вопрос «сколько техники добавить, чтобы успеть».</a:t>
            </a:r>
            <a:br>
              <a:rPr lang="ru-RU" sz="1400">
                <a:solidFill>
                  <a:schemeClr val="tx1"/>
                </a:solidFill>
              </a:rPr>
            </a:br>
            <a:endParaRPr/>
          </a:p>
        </p:txBody>
      </p:sp>
      <p:sp>
        <p:nvSpPr>
          <p:cNvPr id="1137847621" name="Заголовок 13"/>
          <p:cNvSpPr>
            <a:spLocks noGrp="1"/>
          </p:cNvSpPr>
          <p:nvPr>
            <p:ph type="title"/>
          </p:nvPr>
        </p:nvSpPr>
        <p:spPr bwMode="auto">
          <a:xfrm>
            <a:off x="525817" y="456851"/>
            <a:ext cx="9862734" cy="376138"/>
          </a:xfrm>
        </p:spPr>
        <p:txBody>
          <a:bodyPr wrap="square"/>
          <a:lstStyle/>
          <a:p>
            <a:pPr marL="0" indent="0">
              <a:defRPr/>
              <a:spcAft>
                <a:spcPts val="400"/>
              </a:spcAft>
              <a:buNone/>
            </a:pPr>
            <a:r>
              <a:rPr lang="ru-RU" sz="1600" b="1" i="0">
                <a:solidFill>
                  <a:srgbClr val="FFFFFF"/>
                </a:solidFill>
                <a:latin typeface="Montserrat"/>
              </a:rPr>
              <a:t>ЗАДАЧА И РЕШЕНИЕ</a:t>
            </a:r>
            <a:endParaRPr/>
          </a:p>
        </p:txBody>
      </p:sp>
      <p:sp>
        <p:nvSpPr>
          <p:cNvPr id="1580416656" name="Текст 14"/>
          <p:cNvSpPr>
            <a:spLocks noGrp="1"/>
          </p:cNvSpPr>
          <p:nvPr>
            <p:ph type="body" sz="quarter" idx="49"/>
          </p:nvPr>
        </p:nvSpPr>
        <p:spPr bwMode="auto">
          <a:xfrm>
            <a:off x="578063" y="1476583"/>
            <a:ext cx="4929861" cy="555147"/>
          </a:xfrm>
        </p:spPr>
        <p:txBody>
          <a:bodyPr wrap="square"/>
          <a:lstStyle/>
          <a:p>
            <a:pPr marL="0" indent="0">
              <a:lnSpc>
                <a:spcPct val="100000"/>
              </a:lnSpc>
              <a:defRPr/>
              <a:spcAft>
                <a:spcPts val="400"/>
              </a:spcAft>
              <a:buNone/>
            </a:pPr>
            <a:r>
              <a:rPr lang="ru-RU" sz="1700" b="1" i="0">
                <a:solidFill>
                  <a:srgbClr val="520978"/>
                </a:solidFill>
                <a:latin typeface="Montserrat"/>
              </a:rPr>
              <a:t>Что нужно заказчику</a:t>
            </a:r>
            <a:endParaRPr/>
          </a:p>
        </p:txBody>
      </p:sp>
      <p:sp>
        <p:nvSpPr>
          <p:cNvPr id="923865578" name="Текст 16"/>
          <p:cNvSpPr>
            <a:spLocks noGrp="1"/>
          </p:cNvSpPr>
          <p:nvPr>
            <p:ph type="body" sz="quarter" idx="51"/>
          </p:nvPr>
        </p:nvSpPr>
        <p:spPr bwMode="auto">
          <a:xfrm>
            <a:off x="6513513" y="1476583"/>
            <a:ext cx="5214724" cy="561519"/>
          </a:xfrm>
        </p:spPr>
        <p:txBody>
          <a:bodyPr wrap="square"/>
          <a:lstStyle/>
          <a:p>
            <a:pPr marL="0" indent="0">
              <a:lnSpc>
                <a:spcPct val="100000"/>
              </a:lnSpc>
              <a:defRPr/>
              <a:spcAft>
                <a:spcPts val="400"/>
              </a:spcAft>
              <a:buNone/>
            </a:pPr>
            <a:r>
              <a:rPr lang="ru-RU" sz="1700" b="1" i="0">
                <a:solidFill>
                  <a:srgbClr val="520978"/>
                </a:solidFill>
                <a:latin typeface="Montserrat"/>
              </a:rPr>
              <a:t>Что делает Хронограф</a:t>
            </a:r>
            <a:endParaRPr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bg>
      <p:bgPr shadeToTitle="0">
        <a:blipFill rotWithShape="1">
          <a:blip r:embed="rId3">
            <a:lum/>
          </a:blip>
          <a:stretch/>
        </a:blipFill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685654718" name="Скругленный прямоугольник 1"/>
          <p:cNvSpPr/>
          <p:nvPr/>
        </p:nvSpPr>
        <p:spPr bwMode="auto">
          <a:xfrm>
            <a:off x="346075" y="324562"/>
            <a:ext cx="3111828" cy="620919"/>
          </a:xfrm>
          <a:prstGeom prst="roundRect">
            <a:avLst>
              <a:gd name="adj" fmla="val 18706"/>
            </a:avLst>
          </a:prstGeom>
          <a:solidFill>
            <a:schemeClr val="accent5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>
              <a:defRPr/>
            </a:pPr>
            <a:endParaRPr lang="ru-RU" b="1">
              <a:solidFill>
                <a:schemeClr val="accent2"/>
              </a:solidFill>
            </a:endParaRPr>
          </a:p>
        </p:txBody>
      </p:sp>
      <p:sp>
        <p:nvSpPr>
          <p:cNvPr id="1870528410" name="Скругленный прямоугольник 16"/>
          <p:cNvSpPr/>
          <p:nvPr/>
        </p:nvSpPr>
        <p:spPr bwMode="auto">
          <a:xfrm>
            <a:off x="5951744" y="1366423"/>
            <a:ext cx="5905293" cy="791668"/>
          </a:xfrm>
          <a:prstGeom prst="roundRect">
            <a:avLst>
              <a:gd name="adj" fmla="val 16339"/>
            </a:avLst>
          </a:prstGeom>
          <a:solidFill>
            <a:schemeClr val="bg1"/>
          </a:solidFill>
          <a:ln w="9525" cap="flat" cmpd="sng" algn="ctr">
            <a:solidFill>
              <a:schemeClr val="accent5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rgbClr val="000000"/>
          </a:lnRef>
          <a:fillRef idx="0">
            <a:srgbClr val="000000"/>
          </a:fillRef>
          <a:effectRef idx="0">
            <a:srgbClr val="000000"/>
          </a:effectRef>
          <a:fontRef idx="minor">
            <a:schemeClr val="accent2"/>
          </a:fontRef>
        </p:style>
        <p:txBody>
          <a:bodyPr rtlCol="0" anchor="t"/>
          <a:lstStyle/>
          <a:p>
            <a:pPr algn="ctr">
              <a:defRPr/>
            </a:pPr>
            <a:endParaRPr lang="ru-RU" b="1">
              <a:solidFill>
                <a:schemeClr val="tx1"/>
              </a:solidFill>
            </a:endParaRPr>
          </a:p>
        </p:txBody>
      </p:sp>
      <p:sp>
        <p:nvSpPr>
          <p:cNvPr id="216175452" name="Скругленный прямоугольник 17"/>
          <p:cNvSpPr/>
          <p:nvPr/>
        </p:nvSpPr>
        <p:spPr bwMode="auto">
          <a:xfrm>
            <a:off x="5951744" y="2377094"/>
            <a:ext cx="5905293" cy="791668"/>
          </a:xfrm>
          <a:prstGeom prst="roundRect">
            <a:avLst>
              <a:gd name="adj" fmla="val 16339"/>
            </a:avLst>
          </a:prstGeom>
          <a:solidFill>
            <a:schemeClr val="bg1"/>
          </a:solidFill>
          <a:ln w="9525" cap="flat" cmpd="sng" algn="ctr">
            <a:solidFill>
              <a:schemeClr val="accent5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rgbClr val="000000"/>
          </a:lnRef>
          <a:fillRef idx="0">
            <a:srgbClr val="000000"/>
          </a:fillRef>
          <a:effectRef idx="0">
            <a:srgbClr val="000000"/>
          </a:effectRef>
          <a:fontRef idx="minor">
            <a:schemeClr val="accent2"/>
          </a:fontRef>
        </p:style>
        <p:txBody>
          <a:bodyPr rtlCol="0" anchor="t"/>
          <a:lstStyle/>
          <a:p>
            <a:pPr algn="ctr">
              <a:defRPr/>
            </a:pPr>
            <a:endParaRPr lang="ru-RU" b="1">
              <a:solidFill>
                <a:schemeClr val="tx1"/>
              </a:solidFill>
            </a:endParaRPr>
          </a:p>
        </p:txBody>
      </p:sp>
      <p:sp>
        <p:nvSpPr>
          <p:cNvPr id="463778871" name="Скругленный прямоугольник 18"/>
          <p:cNvSpPr/>
          <p:nvPr/>
        </p:nvSpPr>
        <p:spPr bwMode="auto">
          <a:xfrm>
            <a:off x="5951744" y="3387765"/>
            <a:ext cx="5905293" cy="791668"/>
          </a:xfrm>
          <a:prstGeom prst="roundRect">
            <a:avLst>
              <a:gd name="adj" fmla="val 16339"/>
            </a:avLst>
          </a:prstGeom>
          <a:solidFill>
            <a:schemeClr val="bg1"/>
          </a:solidFill>
          <a:ln w="9525" cap="flat" cmpd="sng" algn="ctr">
            <a:solidFill>
              <a:schemeClr val="accent5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rgbClr val="000000"/>
          </a:lnRef>
          <a:fillRef idx="0">
            <a:srgbClr val="000000"/>
          </a:fillRef>
          <a:effectRef idx="0">
            <a:srgbClr val="000000"/>
          </a:effectRef>
          <a:fontRef idx="minor">
            <a:schemeClr val="accent2"/>
          </a:fontRef>
        </p:style>
        <p:txBody>
          <a:bodyPr rtlCol="0" anchor="t"/>
          <a:lstStyle/>
          <a:p>
            <a:pPr algn="ctr">
              <a:defRPr/>
            </a:pPr>
            <a:endParaRPr lang="ru-RU" b="1">
              <a:solidFill>
                <a:schemeClr val="tx1"/>
              </a:solidFill>
            </a:endParaRPr>
          </a:p>
        </p:txBody>
      </p:sp>
      <p:sp>
        <p:nvSpPr>
          <p:cNvPr id="1728667246" name="Скругленный прямоугольник 22"/>
          <p:cNvSpPr/>
          <p:nvPr/>
        </p:nvSpPr>
        <p:spPr bwMode="auto">
          <a:xfrm>
            <a:off x="5951744" y="4398436"/>
            <a:ext cx="5905293" cy="791668"/>
          </a:xfrm>
          <a:prstGeom prst="roundRect">
            <a:avLst>
              <a:gd name="adj" fmla="val 16339"/>
            </a:avLst>
          </a:prstGeom>
          <a:solidFill>
            <a:schemeClr val="bg1"/>
          </a:solidFill>
          <a:ln w="9525" cap="flat" cmpd="sng" algn="ctr">
            <a:solidFill>
              <a:schemeClr val="accent5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rgbClr val="000000"/>
          </a:lnRef>
          <a:fillRef idx="0">
            <a:srgbClr val="000000"/>
          </a:fillRef>
          <a:effectRef idx="0">
            <a:srgbClr val="000000"/>
          </a:effectRef>
          <a:fontRef idx="minor">
            <a:schemeClr val="accent2"/>
          </a:fontRef>
        </p:style>
        <p:txBody>
          <a:bodyPr rtlCol="0" anchor="t"/>
          <a:lstStyle/>
          <a:p>
            <a:pPr algn="ctr">
              <a:defRPr/>
            </a:pPr>
            <a:endParaRPr lang="ru-RU" b="1">
              <a:solidFill>
                <a:schemeClr val="tx1"/>
              </a:solidFill>
            </a:endParaRPr>
          </a:p>
        </p:txBody>
      </p:sp>
      <p:sp>
        <p:nvSpPr>
          <p:cNvPr id="1296089431" name="Скругленный прямоугольник 23"/>
          <p:cNvSpPr/>
          <p:nvPr/>
        </p:nvSpPr>
        <p:spPr bwMode="auto">
          <a:xfrm>
            <a:off x="5951744" y="5409107"/>
            <a:ext cx="5905293" cy="791668"/>
          </a:xfrm>
          <a:prstGeom prst="roundRect">
            <a:avLst>
              <a:gd name="adj" fmla="val 16339"/>
            </a:avLst>
          </a:prstGeom>
          <a:solidFill>
            <a:schemeClr val="bg1"/>
          </a:solidFill>
          <a:ln w="9525" cap="flat" cmpd="sng" algn="ctr">
            <a:solidFill>
              <a:schemeClr val="accent5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rgbClr val="000000"/>
          </a:lnRef>
          <a:fillRef idx="0">
            <a:srgbClr val="000000"/>
          </a:fillRef>
          <a:effectRef idx="0">
            <a:srgbClr val="000000"/>
          </a:effectRef>
          <a:fontRef idx="minor">
            <a:schemeClr val="accent2"/>
          </a:fontRef>
        </p:style>
        <p:txBody>
          <a:bodyPr rtlCol="0" anchor="t"/>
          <a:lstStyle/>
          <a:p>
            <a:pPr algn="ctr">
              <a:defRPr/>
            </a:pPr>
            <a:endParaRPr lang="ru-RU" b="1">
              <a:solidFill>
                <a:schemeClr val="tx1"/>
              </a:solidFill>
            </a:endParaRPr>
          </a:p>
        </p:txBody>
      </p:sp>
      <p:sp>
        <p:nvSpPr>
          <p:cNvPr id="649279999" name="Скругленный прямоугольник 14"/>
          <p:cNvSpPr/>
          <p:nvPr/>
        </p:nvSpPr>
        <p:spPr bwMode="auto">
          <a:xfrm>
            <a:off x="346076" y="1366423"/>
            <a:ext cx="5389562" cy="4834351"/>
          </a:xfrm>
          <a:prstGeom prst="roundRect">
            <a:avLst>
              <a:gd name="adj" fmla="val 2919"/>
            </a:avLst>
          </a:prstGeom>
          <a:solidFill>
            <a:schemeClr val="bg1"/>
          </a:solidFill>
          <a:ln w="9525" cap="flat" cmpd="sng" algn="ctr">
            <a:solidFill>
              <a:schemeClr val="accent5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rgbClr val="000000"/>
          </a:lnRef>
          <a:fillRef idx="0">
            <a:srgbClr val="000000"/>
          </a:fillRef>
          <a:effectRef idx="0">
            <a:srgbClr val="000000"/>
          </a:effectRef>
          <a:fontRef idx="minor">
            <a:schemeClr val="accent2"/>
          </a:fontRef>
        </p:style>
        <p:txBody>
          <a:bodyPr rtlCol="0" anchor="t"/>
          <a:lstStyle/>
          <a:p>
            <a:pPr algn="ctr">
              <a:defRPr/>
            </a:pPr>
            <a:endParaRPr lang="ru-RU" b="1">
              <a:solidFill>
                <a:schemeClr val="tx1"/>
              </a:solidFill>
            </a:endParaRPr>
          </a:p>
        </p:txBody>
      </p:sp>
      <p:sp>
        <p:nvSpPr>
          <p:cNvPr id="945615659" name="Текст 3"/>
          <p:cNvSpPr>
            <a:spLocks noGrp="1"/>
          </p:cNvSpPr>
          <p:nvPr>
            <p:ph type="body" sz="quarter" idx="14"/>
          </p:nvPr>
        </p:nvSpPr>
        <p:spPr bwMode="auto">
          <a:xfrm>
            <a:off x="623887" y="1732103"/>
            <a:ext cx="4734174" cy="4139307"/>
          </a:xfrm>
          <a:prstGeom prst="rect">
            <a:avLst/>
          </a:prstGeom>
          <a:noFill/>
          <a:ln>
            <a:noFill/>
          </a:ln>
        </p:spPr>
        <p:txBody>
          <a:bodyPr wrap="square">
            <a:normAutofit/>
          </a:bodyPr>
          <a:lstStyle/>
          <a:p>
            <a:pPr algn="l" marL="0" indent="0">
              <a:defRPr/>
              <a:spcAft>
                <a:spcPts val="300"/>
              </a:spcAft>
              <a:buNone/>
            </a:pPr>
            <a:r>
              <a:rPr sz="1700" b="1" i="0">
                <a:solidFill>
                  <a:srgbClr val="520978"/>
                </a:solidFill>
                <a:latin typeface="Montserrat"/>
              </a:rPr>
              <a:t>Путь одного кадра</a:t>
            </a:r>
            <a:endParaRPr lang="ru-RU" sz="3600" b="1">
              <a:solidFill>
                <a:schemeClr val="tx1"/>
              </a:solidFill>
            </a:endParaRPr>
          </a:p>
          <a:p>
            <a:pPr algn="l" marL="0" indent="0">
              <a:defRPr/>
              <a:spcAft>
                <a:spcPts val="300"/>
              </a:spcAft>
              <a:buNone/>
            </a:pPr>
            <a:r>
              <a:rPr sz="1300" b="0" i="0">
                <a:solidFill>
                  <a:srgbClr val="1C1D22"/>
                </a:solidFill>
                <a:latin typeface="Montserrat"/>
              </a:rPr>
              <a:t/>
            </a:r>
            <a:endParaRPr lang="ru-RU" sz="3600" b="1">
              <a:solidFill>
                <a:schemeClr val="tx1"/>
              </a:solidFill>
            </a:endParaRPr>
          </a:p>
          <a:p>
            <a:pPr algn="l" marL="0" indent="0">
              <a:defRPr/>
              <a:spcAft>
                <a:spcPts val="300"/>
              </a:spcAft>
              <a:buNone/>
            </a:pPr>
            <a:r>
              <a:rPr sz="1300" b="0" i="0">
                <a:solidFill>
                  <a:srgbClr val="1C1D22"/>
                </a:solidFill>
                <a:latin typeface="Montserrat"/>
              </a:rPr>
              <a:t>Снимки приходят редко — раз в 10–20 минут. Это не видеопоток, а именно то, что реально отдают строительные камеры.</a:t>
            </a:r>
            <a:endParaRPr lang="ru-RU" sz="3600" b="1">
              <a:solidFill>
                <a:schemeClr val="tx1"/>
              </a:solidFill>
            </a:endParaRPr>
          </a:p>
          <a:p>
            <a:pPr algn="l" marL="0" indent="0">
              <a:defRPr/>
              <a:spcAft>
                <a:spcPts val="300"/>
              </a:spcAft>
              <a:buNone/>
            </a:pPr>
            <a:r>
              <a:rPr sz="1300" b="0" i="0">
                <a:solidFill>
                  <a:srgbClr val="1C1D22"/>
                </a:solidFill>
                <a:latin typeface="Montserrat"/>
              </a:rPr>
              <a:t/>
            </a:r>
            <a:endParaRPr lang="ru-RU" sz="3600" b="1">
              <a:solidFill>
                <a:schemeClr val="tx1"/>
              </a:solidFill>
            </a:endParaRPr>
          </a:p>
          <a:p>
            <a:pPr algn="l" marL="0" indent="0">
              <a:defRPr/>
              <a:spcAft>
                <a:spcPts val="300"/>
              </a:spcAft>
              <a:buNone/>
            </a:pPr>
            <a:r>
              <a:rPr sz="1300" b="0" i="0">
                <a:solidFill>
                  <a:srgbClr val="1C1D22"/>
                </a:solidFill>
                <a:latin typeface="Montserrat"/>
              </a:rPr>
              <a:t>Каждый кадр «отвечает» за интервал до следующего, поэтому из редких снимков складываются корректные суточные часы.</a:t>
            </a:r>
            <a:endParaRPr lang="ru-RU" sz="3600" b="1">
              <a:solidFill>
                <a:schemeClr val="tx1"/>
              </a:solidFill>
            </a:endParaRPr>
          </a:p>
          <a:p>
            <a:pPr algn="l" marL="0" indent="0">
              <a:defRPr/>
              <a:spcAft>
                <a:spcPts val="300"/>
              </a:spcAft>
              <a:buNone/>
            </a:pPr>
            <a:r>
              <a:rPr sz="1300" b="0" i="0">
                <a:solidFill>
                  <a:srgbClr val="1C1D22"/>
                </a:solidFill>
                <a:latin typeface="Montserrat"/>
              </a:rPr>
              <a:t/>
            </a:r>
            <a:endParaRPr lang="ru-RU" sz="3600" b="1">
              <a:solidFill>
                <a:schemeClr val="tx1"/>
              </a:solidFill>
            </a:endParaRPr>
          </a:p>
          <a:p>
            <a:pPr algn="l" marL="0" indent="0">
              <a:defRPr/>
              <a:spcAft>
                <a:spcPts val="300"/>
              </a:spcAft>
              <a:buNone/>
            </a:pPr>
            <a:r>
              <a:rPr sz="1300" b="0" i="0">
                <a:solidFill>
                  <a:srgbClr val="1C1D22"/>
                </a:solidFill>
                <a:latin typeface="Montserrat"/>
              </a:rPr>
              <a:t>Припаркованная техника и нераспознанное состояние в часы не засчитываются вовсе: лучше недосчитать, чем приписать.</a:t>
            </a:r>
            <a:endParaRPr lang="ru-RU" sz="3600" b="1">
              <a:solidFill>
                <a:schemeClr val="tx1"/>
              </a:solidFill>
            </a:endParaRPr>
          </a:p>
        </p:txBody>
      </p:sp>
      <p:sp>
        <p:nvSpPr>
          <p:cNvPr id="1582676577" name="Текст 4"/>
          <p:cNvSpPr>
            <a:spLocks noGrp="1"/>
          </p:cNvSpPr>
          <p:nvPr>
            <p:ph type="body" sz="quarter" idx="15"/>
          </p:nvPr>
        </p:nvSpPr>
        <p:spPr bwMode="auto">
          <a:xfrm>
            <a:off x="6172730" y="1445505"/>
            <a:ext cx="5460470" cy="600112"/>
          </a:xfrm>
          <a:prstGeom prst="rect">
            <a:avLst/>
          </a:prstGeom>
          <a:noFill/>
          <a:ln>
            <a:noFill/>
          </a:ln>
        </p:spPr>
        <p:txBody>
          <a:bodyPr wrap="square"/>
          <a:lstStyle/>
          <a:p>
            <a:pPr marL="0" indent="0">
              <a:defRPr/>
              <a:spcAft>
                <a:spcPts val="400"/>
              </a:spcAft>
              <a:buNone/>
            </a:pPr>
            <a:r>
              <a:rPr sz="1300" b="1" i="0">
                <a:solidFill>
                  <a:srgbClr val="1C1D22"/>
                </a:solidFill>
                <a:latin typeface="Montserrat"/>
              </a:rPr>
              <a:t>1.   Оценка качества кадра: размытие, ночь, залепленный объектив</a:t>
            </a:r>
            <a:endParaRPr lang="ru-RU">
              <a:solidFill>
                <a:schemeClr val="tx1"/>
              </a:solidFill>
            </a:endParaRPr>
          </a:p>
        </p:txBody>
      </p:sp>
      <p:sp>
        <p:nvSpPr>
          <p:cNvPr id="1870948873" name="Текст 5"/>
          <p:cNvSpPr>
            <a:spLocks noGrp="1"/>
          </p:cNvSpPr>
          <p:nvPr>
            <p:ph type="body" sz="quarter" idx="16"/>
          </p:nvPr>
        </p:nvSpPr>
        <p:spPr bwMode="auto">
          <a:xfrm>
            <a:off x="6172730" y="2472872"/>
            <a:ext cx="5460470" cy="600112"/>
          </a:xfrm>
          <a:prstGeom prst="rect">
            <a:avLst/>
          </a:prstGeom>
          <a:noFill/>
          <a:ln>
            <a:noFill/>
          </a:ln>
        </p:spPr>
        <p:txBody>
          <a:bodyPr wrap="square"/>
          <a:lstStyle/>
          <a:p>
            <a:pPr marL="0" indent="0">
              <a:defRPr/>
              <a:spcAft>
                <a:spcPts val="400"/>
              </a:spcAft>
              <a:buNone/>
            </a:pPr>
            <a:r>
              <a:rPr sz="1300" b="1" i="0">
                <a:solidFill>
                  <a:srgbClr val="1C1D22"/>
                </a:solidFill>
                <a:latin typeface="Montserrat"/>
              </a:rPr>
              <a:t>2.   Детекция техники: YOLO11, двенадцать классов</a:t>
            </a:r>
            <a:endParaRPr lang="ru-RU">
              <a:solidFill>
                <a:schemeClr val="tx1"/>
              </a:solidFill>
            </a:endParaRPr>
          </a:p>
        </p:txBody>
      </p:sp>
      <p:sp>
        <p:nvSpPr>
          <p:cNvPr id="1913107808" name="Текст 6"/>
          <p:cNvSpPr>
            <a:spLocks noGrp="1"/>
          </p:cNvSpPr>
          <p:nvPr>
            <p:ph type="body" sz="quarter" idx="17"/>
          </p:nvPr>
        </p:nvSpPr>
        <p:spPr bwMode="auto">
          <a:xfrm>
            <a:off x="6172730" y="3485922"/>
            <a:ext cx="5460470" cy="600112"/>
          </a:xfrm>
          <a:prstGeom prst="rect">
            <a:avLst/>
          </a:prstGeom>
          <a:noFill/>
          <a:ln>
            <a:noFill/>
          </a:ln>
        </p:spPr>
        <p:txBody>
          <a:bodyPr wrap="square"/>
          <a:lstStyle/>
          <a:p>
            <a:pPr marL="0" indent="0">
              <a:defRPr/>
              <a:spcAft>
                <a:spcPts val="400"/>
              </a:spcAft>
              <a:buNone/>
            </a:pPr>
            <a:r>
              <a:rPr sz="1300" b="1" i="0">
                <a:solidFill>
                  <a:srgbClr val="1C1D22"/>
                </a:solidFill>
                <a:latin typeface="Montserrat"/>
              </a:rPr>
              <a:t>3.   Трекинг: BoT-SORT и собственная склейка разрывов</a:t>
            </a:r>
            <a:endParaRPr lang="ru-RU">
              <a:solidFill>
                <a:schemeClr val="tx1"/>
              </a:solidFill>
            </a:endParaRPr>
          </a:p>
        </p:txBody>
      </p:sp>
      <p:sp>
        <p:nvSpPr>
          <p:cNvPr id="1388955168" name="Текст 7"/>
          <p:cNvSpPr>
            <a:spLocks noGrp="1"/>
          </p:cNvSpPr>
          <p:nvPr>
            <p:ph type="body" sz="quarter" idx="18"/>
          </p:nvPr>
        </p:nvSpPr>
        <p:spPr bwMode="auto">
          <a:xfrm>
            <a:off x="6172730" y="4496593"/>
            <a:ext cx="5460470" cy="600112"/>
          </a:xfrm>
          <a:prstGeom prst="rect">
            <a:avLst/>
          </a:prstGeom>
          <a:noFill/>
          <a:ln>
            <a:noFill/>
          </a:ln>
        </p:spPr>
        <p:txBody>
          <a:bodyPr wrap="square"/>
          <a:lstStyle/>
          <a:p>
            <a:pPr marL="0" indent="0">
              <a:defRPr/>
              <a:spcAft>
                <a:spcPts val="400"/>
              </a:spcAft>
              <a:buNone/>
            </a:pPr>
            <a:r>
              <a:rPr sz="1300" b="1" i="0">
                <a:solidFill>
                  <a:srgbClr val="1C1D22"/>
                </a:solidFill>
                <a:latin typeface="Montserrat"/>
              </a:rPr>
              <a:t>4.   Привязка к зоне работ по точке опоры техники</a:t>
            </a:r>
            <a:endParaRPr lang="ru-RU">
              <a:solidFill>
                <a:schemeClr val="tx1"/>
              </a:solidFill>
            </a:endParaRPr>
          </a:p>
        </p:txBody>
      </p:sp>
      <p:sp>
        <p:nvSpPr>
          <p:cNvPr id="1739935779" name="Текст 8"/>
          <p:cNvSpPr>
            <a:spLocks noGrp="1"/>
          </p:cNvSpPr>
          <p:nvPr>
            <p:ph type="body" sz="quarter" idx="19"/>
          </p:nvPr>
        </p:nvSpPr>
        <p:spPr bwMode="auto">
          <a:xfrm>
            <a:off x="6172730" y="5516924"/>
            <a:ext cx="5460470" cy="600112"/>
          </a:xfrm>
          <a:prstGeom prst="rect">
            <a:avLst/>
          </a:prstGeom>
          <a:noFill/>
          <a:ln>
            <a:noFill/>
          </a:ln>
        </p:spPr>
        <p:txBody>
          <a:bodyPr wrap="square"/>
          <a:lstStyle/>
          <a:p>
            <a:pPr marL="0" indent="0">
              <a:defRPr/>
              <a:spcAft>
                <a:spcPts val="400"/>
              </a:spcAft>
              <a:buNone/>
            </a:pPr>
            <a:r>
              <a:rPr sz="1300" b="1" i="0">
                <a:solidFill>
                  <a:srgbClr val="1C1D22"/>
                </a:solidFill>
                <a:latin typeface="Montserrat"/>
              </a:rPr>
              <a:t>5.   Состояние: работает, простаивает или стоит на приколе</a:t>
            </a:r>
            <a:endParaRPr lang="ru-RU">
              <a:solidFill>
                <a:schemeClr val="tx1"/>
              </a:solidFill>
            </a:endParaRPr>
          </a:p>
        </p:txBody>
      </p:sp>
      <p:sp>
        <p:nvSpPr>
          <p:cNvPr id="818333633" name="Номер слайда 9"/>
          <p:cNvSpPr>
            <a:spLocks noGrp="1"/>
          </p:cNvSpPr>
          <p:nvPr>
            <p:ph type="sldNum" sz="quarter" idx="4294967295"/>
          </p:nvPr>
        </p:nvSpPr>
        <p:spPr bwMode="auto">
          <a:xfrm>
            <a:off x="11633200" y="6356350"/>
            <a:ext cx="558800" cy="365125"/>
          </a:xfrm>
        </p:spPr>
        <p:txBody>
          <a:bodyPr/>
          <a:lstStyle/>
          <a:p>
            <a:pPr>
              <a:defRPr/>
            </a:pPr>
            <a:fld id="{52DCC5B9-D646-4B76-891F-6FF4E74E9CB4}" type="slidenum">
              <a:rPr lang="ru-RU">
                <a:solidFill>
                  <a:schemeClr val="accent5"/>
                </a:solidFill>
              </a:rPr>
              <a:t>20</a:t>
            </a:fld>
            <a:endParaRPr lang="ru-RU">
              <a:solidFill>
                <a:schemeClr val="accent5"/>
              </a:solidFill>
            </a:endParaRPr>
          </a:p>
        </p:txBody>
      </p:sp>
      <p:sp>
        <p:nvSpPr>
          <p:cNvPr id="59559009" name="Заголовок 13"/>
          <p:cNvSpPr>
            <a:spLocks noGrp="1"/>
          </p:cNvSpPr>
          <p:nvPr>
            <p:ph type="title"/>
          </p:nvPr>
        </p:nvSpPr>
        <p:spPr bwMode="auto">
          <a:xfrm>
            <a:off x="525817" y="421226"/>
            <a:ext cx="9862734" cy="376138"/>
          </a:xfrm>
        </p:spPr>
        <p:txBody>
          <a:bodyPr wrap="square"/>
          <a:lstStyle/>
          <a:p>
            <a:pPr marL="0" indent="0">
              <a:defRPr/>
              <a:spcAft>
                <a:spcPts val="400"/>
              </a:spcAft>
              <a:buNone/>
            </a:pPr>
            <a:r>
              <a:rPr sz="1600" b="1" i="0">
                <a:solidFill>
                  <a:srgbClr val="FFFFFF"/>
                </a:solidFill>
                <a:latin typeface="Montserrat"/>
              </a:rPr>
              <a:t>КАК УСТРОЕНО</a:t>
            </a:r>
            <a:endParaRPr lang="ru-RU"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bg>
      <p:bgPr shadeToTitle="0">
        <a:blipFill rotWithShape="1">
          <a:blip r:embed="rId3">
            <a:lum/>
          </a:blip>
          <a:stretch/>
        </a:blipFill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459822618" name="Скругленный прямоугольник 1"/>
          <p:cNvSpPr/>
          <p:nvPr/>
        </p:nvSpPr>
        <p:spPr bwMode="auto">
          <a:xfrm>
            <a:off x="346075" y="324562"/>
            <a:ext cx="3111828" cy="620919"/>
          </a:xfrm>
          <a:prstGeom prst="roundRect">
            <a:avLst>
              <a:gd name="adj" fmla="val 18706"/>
            </a:avLst>
          </a:prstGeom>
          <a:solidFill>
            <a:schemeClr val="accent5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>
              <a:defRPr/>
            </a:pPr>
            <a:endParaRPr lang="ru-RU" b="1">
              <a:solidFill>
                <a:schemeClr val="accent2"/>
              </a:solidFill>
            </a:endParaRPr>
          </a:p>
        </p:txBody>
      </p:sp>
      <p:sp>
        <p:nvSpPr>
          <p:cNvPr id="1131703271" name="Номер слайда 6"/>
          <p:cNvSpPr>
            <a:spLocks noGrp="1"/>
          </p:cNvSpPr>
          <p:nvPr>
            <p:ph type="sldNum" sz="quarter" idx="4"/>
          </p:nvPr>
        </p:nvSpPr>
        <p:spPr bwMode="auto"/>
        <p:txBody>
          <a:bodyPr/>
          <a:lstStyle/>
          <a:p>
            <a:pPr>
              <a:defRPr/>
            </a:pPr>
            <a:fld id="{52DCC5B9-D646-4B76-891F-6FF4E74E9CB4}" type="slidenum">
              <a:rPr lang="ru-RU">
                <a:solidFill>
                  <a:schemeClr val="accent5"/>
                </a:solidFill>
              </a:rPr>
              <a:t>19</a:t>
            </a:fld>
            <a:endParaRPr lang="ru-RU">
              <a:solidFill>
                <a:schemeClr val="accent5"/>
              </a:solidFill>
            </a:endParaRPr>
          </a:p>
        </p:txBody>
      </p:sp>
      <p:pic>
        <p:nvPicPr>
          <p:cNvPr id="769108831" name="Рисунок 2" descr="d2.jpg"/>
          <p:cNvPicPr>
            <a:picLocks noGrp="1" noChangeAspect="1"/>
          </p:cNvPicPr>
          <p:nvPr>
            <p:ph type="pic" sz="quarter" idx="10"/>
          </p:nvPr>
        </p:nvPicPr>
        <p:blipFill>
          <a:blip r:embed="rId4"/>
          <a:srcRect t="35" b="35"/>
          <a:stretch>
            <a:fillRect/>
          </a:stretch>
        </p:blipFill>
        <p:spPr/>
      </p:pic>
      <p:pic>
        <p:nvPicPr>
          <p:cNvPr id="1671859735" name="Рисунок 3" descr="d3.jpg"/>
          <p:cNvPicPr>
            <a:picLocks noGrp="1" noChangeAspect="1"/>
          </p:cNvPicPr>
          <p:nvPr>
            <p:ph type="pic" sz="quarter" idx="11"/>
          </p:nvPr>
        </p:nvPicPr>
        <p:blipFill>
          <a:blip r:embed="rId5"/>
          <a:srcRect l="79" r="79"/>
          <a:stretch>
            <a:fillRect/>
          </a:stretch>
        </p:blipFill>
        <p:spPr/>
      </p:pic>
      <p:sp>
        <p:nvSpPr>
          <p:cNvPr id="1821143780" name="Текст 5"/>
          <p:cNvSpPr>
            <a:spLocks noGrp="1"/>
          </p:cNvSpPr>
          <p:nvPr>
            <p:ph type="body" sz="quarter" idx="14"/>
          </p:nvPr>
        </p:nvSpPr>
        <p:spPr bwMode="auto">
          <a:prstGeom prst="roundRect">
            <a:avLst>
              <a:gd name="adj" fmla="val 10128"/>
            </a:avLst>
          </a:prstGeom>
          <a:solidFill>
            <a:schemeClr val="bg1"/>
          </a:solidFill>
          <a:ln>
            <a:solidFill>
              <a:schemeClr val="accent5"/>
            </a:solidFill>
          </a:ln>
        </p:spPr>
        <p:txBody>
          <a:bodyPr wrap="square"/>
          <a:lstStyle/>
          <a:p>
            <a:pPr marL="0" indent="0">
              <a:defRPr/>
              <a:spcAft>
                <a:spcPts val="400"/>
              </a:spcAft>
              <a:buNone/>
            </a:pPr>
            <a:r>
              <a:rPr sz="1300" b="1" i="0">
                <a:solidFill>
                  <a:srgbClr val="520978"/>
                </a:solidFill>
                <a:latin typeface="Montserrat"/>
              </a:rPr>
              <a:t>YOLO11n, дообучен на открытом наборе: 223 снимка, один класс</a:t>
            </a:r>
            <a:endParaRPr lang="ru-RU">
              <a:solidFill>
                <a:schemeClr val="tx1"/>
              </a:solidFill>
            </a:endParaRPr>
          </a:p>
          <a:p>
            <a:pPr marL="0" indent="0">
              <a:defRPr/>
              <a:spcAft>
                <a:spcPts val="400"/>
              </a:spcAft>
              <a:buNone/>
            </a:pPr>
            <a:r>
              <a:rPr sz="1300" b="1" i="0">
                <a:solidFill>
                  <a:srgbClr val="FF0053"/>
                </a:solidFill>
                <a:latin typeface="Montserrat"/>
              </a:rPr>
              <a:t>mAP@50 = 0,995 на отложенной выборке этого набора.</a:t>
            </a:r>
            <a:endParaRPr lang="ru-RU">
              <a:solidFill>
                <a:schemeClr val="tx1"/>
              </a:solidFill>
            </a:endParaRPr>
          </a:p>
          <a:p>
            <a:pPr marL="0" indent="0">
              <a:defRPr/>
              <a:spcAft>
                <a:spcPts val="400"/>
              </a:spcAft>
              <a:buNone/>
            </a:pPr>
            <a:r>
              <a:rPr sz="1200" b="0" i="0">
                <a:solidFill>
                  <a:srgbClr val="1C1D22"/>
                </a:solidFill>
                <a:latin typeface="Montserrat"/>
              </a:rPr>
              <a:t>На фотографиях Департамента из 31 срабатывания только 3 дают рамку разумного размера. Метрика меряет модель на её же данных, а не переносимость.</a:t>
            </a:r>
            <a:endParaRPr lang="ru-RU">
              <a:solidFill>
                <a:schemeClr val="tx1"/>
              </a:solidFill>
            </a:endParaRPr>
          </a:p>
        </p:txBody>
      </p:sp>
      <p:sp>
        <p:nvSpPr>
          <p:cNvPr id="1744157199" name="Заголовок 13"/>
          <p:cNvSpPr>
            <a:spLocks noGrp="1"/>
          </p:cNvSpPr>
          <p:nvPr>
            <p:ph type="title"/>
          </p:nvPr>
        </p:nvSpPr>
        <p:spPr bwMode="auto">
          <a:xfrm>
            <a:off x="525817" y="421226"/>
            <a:ext cx="2775523" cy="376138"/>
          </a:xfrm>
        </p:spPr>
        <p:txBody>
          <a:bodyPr wrap="square"/>
          <a:lstStyle/>
          <a:p>
            <a:pPr marL="0" indent="0">
              <a:defRPr/>
              <a:spcAft>
                <a:spcPts val="400"/>
              </a:spcAft>
              <a:buNone/>
            </a:pPr>
            <a:r>
              <a:rPr sz="1600" b="1" i="0">
                <a:solidFill>
                  <a:srgbClr val="FFFFFF"/>
                </a:solidFill>
                <a:latin typeface="Montserrat"/>
              </a:rPr>
              <a:t>ОБНАРУЖЕНИЕ</a:t>
            </a:r>
            <a:endParaRPr lang="ru-RU"/>
          </a:p>
        </p:txBody>
      </p:sp>
      <p:pic>
        <p:nvPicPr>
          <p:cNvPr id="1821143781" name="Picture 1821143780" descr="d1.jp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47472" y="3429000"/>
            <a:ext cx="6803136" cy="2651760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bg>
      <p:bgPr shadeToTitle="0">
        <a:blipFill rotWithShape="1">
          <a:blip r:embed="rId3">
            <a:lum/>
          </a:blip>
          <a:stretch/>
        </a:blipFill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843276415" name="Скругленный прямоугольник 22"/>
          <p:cNvSpPr/>
          <p:nvPr/>
        </p:nvSpPr>
        <p:spPr bwMode="auto">
          <a:xfrm>
            <a:off x="346075" y="324562"/>
            <a:ext cx="3111828" cy="620919"/>
          </a:xfrm>
          <a:prstGeom prst="roundRect">
            <a:avLst>
              <a:gd name="adj" fmla="val 18706"/>
            </a:avLst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>
              <a:defRPr/>
            </a:pPr>
            <a:endParaRPr lang="ru-RU" b="1">
              <a:solidFill>
                <a:schemeClr val="accent2"/>
              </a:solidFill>
            </a:endParaRPr>
          </a:p>
        </p:txBody>
      </p:sp>
      <p:sp>
        <p:nvSpPr>
          <p:cNvPr id="1154497780" name="Номер слайда 20"/>
          <p:cNvSpPr>
            <a:spLocks noGrp="1"/>
          </p:cNvSpPr>
          <p:nvPr>
            <p:ph type="sldNum" sz="quarter" idx="4"/>
          </p:nvPr>
        </p:nvSpPr>
        <p:spPr bwMode="auto"/>
        <p:txBody>
          <a:bodyPr/>
          <a:lstStyle/>
          <a:p>
            <a:pPr>
              <a:defRPr/>
            </a:pPr>
            <a:fld id="{52DCC5B9-D646-4B76-891F-6FF4E74E9CB4}" type="slidenum">
              <a:rPr lang="ru-RU">
                <a:solidFill>
                  <a:schemeClr val="accent5"/>
                </a:solidFill>
              </a:rPr>
              <a:t>18</a:t>
            </a:fld>
            <a:endParaRPr lang="ru-RU">
              <a:solidFill>
                <a:schemeClr val="accent5"/>
              </a:solidFill>
            </a:endParaRPr>
          </a:p>
        </p:txBody>
      </p:sp>
      <p:sp>
        <p:nvSpPr>
          <p:cNvPr id="2001159143" name="Текст 1"/>
          <p:cNvSpPr>
            <a:spLocks noGrp="1"/>
          </p:cNvSpPr>
          <p:nvPr>
            <p:ph type="body" sz="quarter" idx="37"/>
          </p:nvPr>
        </p:nvSpPr>
        <p:spPr bwMode="auto">
          <a:xfrm>
            <a:off x="1615961" y="1428776"/>
            <a:ext cx="3866856" cy="423628"/>
          </a:xfrm>
        </p:spPr>
        <p:txBody>
          <a:bodyPr wrap="square"/>
          <a:lstStyle/>
          <a:p>
            <a:pPr marL="0" indent="0">
              <a:defRPr/>
              <a:spcAft>
                <a:spcPts val="400"/>
              </a:spcAft>
              <a:buNone/>
            </a:pPr>
            <a:r>
              <a:rPr sz="1400" b="1" i="0">
                <a:solidFill>
                  <a:srgbClr val="520978"/>
                </a:solidFill>
                <a:latin typeface="Montserrat"/>
              </a:rPr>
              <a:t>Импорт графика</a:t>
            </a:r>
            <a:endParaRPr lang="ru-RU">
              <a:solidFill>
                <a:srgbClr val="F92571"/>
              </a:solidFill>
            </a:endParaRPr>
          </a:p>
        </p:txBody>
      </p:sp>
      <p:sp>
        <p:nvSpPr>
          <p:cNvPr id="232986344" name="Текст 2"/>
          <p:cNvSpPr>
            <a:spLocks noGrp="1"/>
          </p:cNvSpPr>
          <p:nvPr>
            <p:ph type="body" sz="quarter" idx="38"/>
          </p:nvPr>
        </p:nvSpPr>
        <p:spPr bwMode="auto">
          <a:xfrm>
            <a:off x="1615964" y="1996388"/>
            <a:ext cx="3866856" cy="672075"/>
          </a:xfrm>
        </p:spPr>
        <p:txBody>
          <a:bodyPr wrap="square"/>
          <a:lstStyle/>
          <a:p>
            <a:pPr marL="0" indent="0">
              <a:defRPr/>
              <a:spcAft>
                <a:spcPts val="400"/>
              </a:spcAft>
              <a:buNone/>
            </a:pPr>
            <a:r>
              <a:rPr sz="1100" b="0" i="0">
                <a:solidFill>
                  <a:srgbClr val="1C1D22"/>
                </a:solidFill>
                <a:latin typeface="Montserrat"/>
              </a:rPr>
              <a:t>XLSX или MS Project. Колонки распознаются по словарю синонимов: «наименование работ», «объём», «захватка».</a:t>
            </a:r>
            <a:endParaRPr lang="ru-RU">
              <a:solidFill>
                <a:schemeClr val="tx1"/>
              </a:solidFill>
            </a:endParaRPr>
          </a:p>
        </p:txBody>
      </p:sp>
      <p:sp>
        <p:nvSpPr>
          <p:cNvPr id="1003061334" name="Текст 3"/>
          <p:cNvSpPr>
            <a:spLocks noGrp="1"/>
          </p:cNvSpPr>
          <p:nvPr>
            <p:ph type="body" sz="quarter" idx="39"/>
          </p:nvPr>
        </p:nvSpPr>
        <p:spPr bwMode="auto">
          <a:xfrm>
            <a:off x="1596604" y="3032761"/>
            <a:ext cx="3866856" cy="403756"/>
          </a:xfrm>
        </p:spPr>
        <p:txBody>
          <a:bodyPr wrap="square"/>
          <a:lstStyle/>
          <a:p>
            <a:pPr marL="0" indent="0">
              <a:defRPr/>
              <a:spcAft>
                <a:spcPts val="400"/>
              </a:spcAft>
              <a:buNone/>
            </a:pPr>
            <a:r>
              <a:rPr sz="1400" b="1" i="0">
                <a:solidFill>
                  <a:srgbClr val="520978"/>
                </a:solidFill>
                <a:latin typeface="Montserrat"/>
              </a:rPr>
              <a:t>Плановые часы</a:t>
            </a:r>
            <a:endParaRPr lang="ru-RU">
              <a:solidFill>
                <a:srgbClr val="F92571"/>
              </a:solidFill>
            </a:endParaRPr>
          </a:p>
        </p:txBody>
      </p:sp>
      <p:sp>
        <p:nvSpPr>
          <p:cNvPr id="83999960" name="Текст 4"/>
          <p:cNvSpPr>
            <a:spLocks noGrp="1"/>
          </p:cNvSpPr>
          <p:nvPr>
            <p:ph type="body" sz="quarter" idx="40"/>
          </p:nvPr>
        </p:nvSpPr>
        <p:spPr bwMode="auto">
          <a:xfrm>
            <a:off x="1596604" y="3580500"/>
            <a:ext cx="3866856" cy="672075"/>
          </a:xfrm>
        </p:spPr>
        <p:txBody>
          <a:bodyPr wrap="square"/>
          <a:lstStyle/>
          <a:p>
            <a:pPr marL="0" indent="0">
              <a:defRPr/>
              <a:spcAft>
                <a:spcPts val="400"/>
              </a:spcAft>
              <a:buNone/>
            </a:pPr>
            <a:r>
              <a:rPr sz="1100" b="0" i="0">
                <a:solidFill>
                  <a:srgbClr val="1C1D22"/>
                </a:solidFill>
                <a:latin typeface="Montserrat"/>
              </a:rPr>
              <a:t>Берутся из графика напрямую, а если их там нет — выводятся из объёма работ и норм выработки.</a:t>
            </a:r>
            <a:endParaRPr lang="ru-RU">
              <a:solidFill>
                <a:schemeClr val="tx1"/>
              </a:solidFill>
            </a:endParaRPr>
          </a:p>
        </p:txBody>
      </p:sp>
      <p:sp>
        <p:nvSpPr>
          <p:cNvPr id="1250951588" name="Текст 5"/>
          <p:cNvSpPr>
            <a:spLocks noGrp="1"/>
          </p:cNvSpPr>
          <p:nvPr>
            <p:ph type="body" sz="quarter" idx="41"/>
          </p:nvPr>
        </p:nvSpPr>
        <p:spPr bwMode="auto">
          <a:xfrm>
            <a:off x="1596604" y="4616873"/>
            <a:ext cx="3866856" cy="403913"/>
          </a:xfrm>
        </p:spPr>
        <p:txBody>
          <a:bodyPr wrap="square"/>
          <a:lstStyle/>
          <a:p>
            <a:pPr marL="0" indent="0">
              <a:defRPr/>
              <a:spcAft>
                <a:spcPts val="400"/>
              </a:spcAft>
              <a:buNone/>
            </a:pPr>
            <a:r>
              <a:rPr sz="1400" b="1" i="0">
                <a:solidFill>
                  <a:srgbClr val="520978"/>
                </a:solidFill>
                <a:latin typeface="Montserrat"/>
              </a:rPr>
              <a:t>Фактические часы</a:t>
            </a:r>
            <a:endParaRPr lang="ru-RU">
              <a:solidFill>
                <a:srgbClr val="F92571"/>
              </a:solidFill>
            </a:endParaRPr>
          </a:p>
        </p:txBody>
      </p:sp>
      <p:sp>
        <p:nvSpPr>
          <p:cNvPr id="1132448340" name="Текст 6"/>
          <p:cNvSpPr>
            <a:spLocks noGrp="1"/>
          </p:cNvSpPr>
          <p:nvPr>
            <p:ph type="body" sz="quarter" idx="42"/>
          </p:nvPr>
        </p:nvSpPr>
        <p:spPr bwMode="auto">
          <a:xfrm>
            <a:off x="1596604" y="5164612"/>
            <a:ext cx="3866856" cy="672075"/>
          </a:xfrm>
        </p:spPr>
        <p:txBody>
          <a:bodyPr wrap="square"/>
          <a:lstStyle/>
          <a:p>
            <a:pPr marL="0" indent="0">
              <a:defRPr/>
              <a:spcAft>
                <a:spcPts val="400"/>
              </a:spcAft>
              <a:buNone/>
            </a:pPr>
            <a:r>
              <a:rPr sz="1100" b="0" i="0">
                <a:solidFill>
                  <a:srgbClr val="1C1D22"/>
                </a:solidFill>
                <a:latin typeface="Montserrat"/>
              </a:rPr>
              <a:t>Суточный итог по каждой зоне и классу техники, собранный из кадров.</a:t>
            </a:r>
            <a:endParaRPr lang="ru-RU">
              <a:solidFill>
                <a:schemeClr val="tx1"/>
              </a:solidFill>
            </a:endParaRPr>
          </a:p>
        </p:txBody>
      </p:sp>
      <p:sp>
        <p:nvSpPr>
          <p:cNvPr id="2061630428" name="Текст 7"/>
          <p:cNvSpPr>
            <a:spLocks noGrp="1"/>
          </p:cNvSpPr>
          <p:nvPr>
            <p:ph type="body" sz="quarter" idx="43"/>
          </p:nvPr>
        </p:nvSpPr>
        <p:spPr bwMode="auto">
          <a:xfrm>
            <a:off x="7289068" y="1428776"/>
            <a:ext cx="3866856" cy="423628"/>
          </a:xfrm>
        </p:spPr>
        <p:txBody>
          <a:bodyPr wrap="square"/>
          <a:lstStyle/>
          <a:p>
            <a:pPr marL="0" indent="0">
              <a:defRPr/>
              <a:spcAft>
                <a:spcPts val="400"/>
              </a:spcAft>
              <a:buNone/>
            </a:pPr>
            <a:r>
              <a:rPr sz="1400" b="1" i="0">
                <a:solidFill>
                  <a:srgbClr val="520978"/>
                </a:solidFill>
                <a:latin typeface="Montserrat"/>
              </a:rPr>
              <a:t>Ресурсный отпечаток</a:t>
            </a:r>
            <a:endParaRPr lang="ru-RU">
              <a:solidFill>
                <a:srgbClr val="F92571"/>
              </a:solidFill>
            </a:endParaRPr>
          </a:p>
        </p:txBody>
      </p:sp>
      <p:sp>
        <p:nvSpPr>
          <p:cNvPr id="1921955234" name="Текст 8"/>
          <p:cNvSpPr>
            <a:spLocks noGrp="1"/>
          </p:cNvSpPr>
          <p:nvPr>
            <p:ph type="body" sz="quarter" idx="44"/>
          </p:nvPr>
        </p:nvSpPr>
        <p:spPr bwMode="auto">
          <a:xfrm>
            <a:off x="7289071" y="1996388"/>
            <a:ext cx="3866856" cy="672075"/>
          </a:xfrm>
        </p:spPr>
        <p:txBody>
          <a:bodyPr wrap="square"/>
          <a:lstStyle/>
          <a:p>
            <a:pPr marL="0" indent="0">
              <a:defRPr/>
              <a:spcAft>
                <a:spcPts val="400"/>
              </a:spcAft>
              <a:buNone/>
            </a:pPr>
            <a:r>
              <a:rPr sz="1100" b="0" i="0">
                <a:solidFill>
                  <a:srgbClr val="1C1D22"/>
                </a:solidFill>
                <a:latin typeface="Montserrat"/>
              </a:rPr>
              <a:t>Для котлована: обязателен экскаватор 1–2, самосвалы 2–5, запрещены башенный кран и бетононасос.</a:t>
            </a:r>
            <a:endParaRPr lang="ru-RU">
              <a:solidFill>
                <a:schemeClr val="tx1"/>
              </a:solidFill>
            </a:endParaRPr>
          </a:p>
        </p:txBody>
      </p:sp>
      <p:sp>
        <p:nvSpPr>
          <p:cNvPr id="998015504" name="Текст 9"/>
          <p:cNvSpPr>
            <a:spLocks noGrp="1"/>
          </p:cNvSpPr>
          <p:nvPr>
            <p:ph type="body" sz="quarter" idx="45"/>
          </p:nvPr>
        </p:nvSpPr>
        <p:spPr bwMode="auto">
          <a:xfrm>
            <a:off x="7269712" y="3032761"/>
            <a:ext cx="3866856" cy="403756"/>
          </a:xfrm>
        </p:spPr>
        <p:txBody>
          <a:bodyPr wrap="square"/>
          <a:lstStyle/>
          <a:p>
            <a:pPr marL="0" indent="0">
              <a:defRPr/>
              <a:spcAft>
                <a:spcPts val="400"/>
              </a:spcAft>
              <a:buNone/>
            </a:pPr>
            <a:r>
              <a:rPr sz="1400" b="1" i="0">
                <a:solidFill>
                  <a:srgbClr val="520978"/>
                </a:solidFill>
                <a:latin typeface="Montserrat"/>
              </a:rPr>
              <a:t>Оценка похожести</a:t>
            </a:r>
            <a:endParaRPr lang="ru-RU">
              <a:solidFill>
                <a:srgbClr val="F92571"/>
              </a:solidFill>
            </a:endParaRPr>
          </a:p>
        </p:txBody>
      </p:sp>
      <p:sp>
        <p:nvSpPr>
          <p:cNvPr id="1689937647" name="Текст 10"/>
          <p:cNvSpPr>
            <a:spLocks noGrp="1"/>
          </p:cNvSpPr>
          <p:nvPr>
            <p:ph type="body" sz="quarter" idx="46"/>
          </p:nvPr>
        </p:nvSpPr>
        <p:spPr bwMode="auto">
          <a:xfrm>
            <a:off x="7269712" y="3580500"/>
            <a:ext cx="3866856" cy="672075"/>
          </a:xfrm>
        </p:spPr>
        <p:txBody>
          <a:bodyPr wrap="square"/>
          <a:lstStyle/>
          <a:p>
            <a:pPr marL="0" indent="0">
              <a:defRPr/>
              <a:spcAft>
                <a:spcPts val="400"/>
              </a:spcAft>
              <a:buNone/>
            </a:pPr>
            <a:r>
              <a:rPr sz="1100" b="0" i="0">
                <a:solidFill>
                  <a:srgbClr val="1C1D22"/>
                </a:solidFill>
                <a:latin typeface="Montserrat"/>
              </a:rPr>
              <a:t>match_score = 0,55 × покрытие + 0,25 × ритм + 0,20 × (1 − избыток). Веса — в конфигурации, не в коде.</a:t>
            </a:r>
            <a:endParaRPr lang="ru-RU">
              <a:solidFill>
                <a:schemeClr val="tx1"/>
              </a:solidFill>
            </a:endParaRPr>
          </a:p>
        </p:txBody>
      </p:sp>
      <p:sp>
        <p:nvSpPr>
          <p:cNvPr id="2113247766" name="Текст 11"/>
          <p:cNvSpPr>
            <a:spLocks noGrp="1"/>
          </p:cNvSpPr>
          <p:nvPr>
            <p:ph type="body" sz="quarter" idx="47"/>
          </p:nvPr>
        </p:nvSpPr>
        <p:spPr bwMode="auto">
          <a:xfrm>
            <a:off x="7269712" y="4616873"/>
            <a:ext cx="3866856" cy="403913"/>
          </a:xfrm>
        </p:spPr>
        <p:txBody>
          <a:bodyPr wrap="square"/>
          <a:lstStyle/>
          <a:p>
            <a:pPr marL="0" indent="0">
              <a:defRPr/>
              <a:spcAft>
                <a:spcPts val="400"/>
              </a:spcAft>
              <a:buNone/>
            </a:pPr>
            <a:r>
              <a:rPr sz="1400" b="1" i="0">
                <a:solidFill>
                  <a:srgbClr val="520978"/>
                </a:solidFill>
                <a:latin typeface="Montserrat"/>
              </a:rPr>
              <a:t>Отклонение</a:t>
            </a:r>
            <a:endParaRPr lang="ru-RU">
              <a:solidFill>
                <a:srgbClr val="F92571"/>
              </a:solidFill>
            </a:endParaRPr>
          </a:p>
        </p:txBody>
      </p:sp>
      <p:sp>
        <p:nvSpPr>
          <p:cNvPr id="346032543" name="Текст 12"/>
          <p:cNvSpPr>
            <a:spLocks noGrp="1"/>
          </p:cNvSpPr>
          <p:nvPr>
            <p:ph type="body" sz="quarter" idx="48"/>
          </p:nvPr>
        </p:nvSpPr>
        <p:spPr bwMode="auto">
          <a:xfrm>
            <a:off x="7269712" y="5164612"/>
            <a:ext cx="3866856" cy="672075"/>
          </a:xfrm>
        </p:spPr>
        <p:txBody>
          <a:bodyPr wrap="square"/>
          <a:lstStyle/>
          <a:p>
            <a:pPr marL="0" indent="0">
              <a:defRPr/>
              <a:spcAft>
                <a:spcPts val="400"/>
              </a:spcAft>
              <a:buNone/>
            </a:pPr>
            <a:r>
              <a:rPr sz="1100" b="0" i="0">
                <a:solidFill>
                  <a:srgbClr val="1C1D22"/>
                </a:solidFill>
                <a:latin typeface="Montserrat"/>
              </a:rPr>
              <a:t>Карточка с числами плана и факта, кадрами-уликами, прогнозом и формулировкой для прораба.</a:t>
            </a:r>
            <a:endParaRPr lang="ru-RU">
              <a:solidFill>
                <a:schemeClr val="tx1"/>
              </a:solidFill>
            </a:endParaRPr>
          </a:p>
        </p:txBody>
      </p:sp>
      <p:sp>
        <p:nvSpPr>
          <p:cNvPr id="1906938187" name="Заголовок 13"/>
          <p:cNvSpPr>
            <a:spLocks noGrp="1"/>
          </p:cNvSpPr>
          <p:nvPr>
            <p:ph type="title"/>
          </p:nvPr>
        </p:nvSpPr>
        <p:spPr bwMode="auto">
          <a:xfrm>
            <a:off x="525817" y="421226"/>
            <a:ext cx="9862734" cy="376138"/>
          </a:xfrm>
        </p:spPr>
        <p:txBody>
          <a:bodyPr wrap="square"/>
          <a:lstStyle/>
          <a:p>
            <a:pPr marL="0" indent="0">
              <a:defRPr/>
              <a:spcAft>
                <a:spcPts val="400"/>
              </a:spcAft>
              <a:buNone/>
            </a:pPr>
            <a:r>
              <a:rPr sz="1600" b="1" i="0">
                <a:solidFill>
                  <a:srgbClr val="FFFFFF"/>
                </a:solidFill>
                <a:latin typeface="Montserrat"/>
              </a:rPr>
              <a:t>СВЕРКА С ГРАФИКОМ</a:t>
            </a:r>
            <a:endParaRPr lang="ru-RU"/>
          </a:p>
        </p:txBody>
      </p:sp>
      <p:sp>
        <p:nvSpPr>
          <p:cNvPr id="738506086" name="Текст 14"/>
          <p:cNvSpPr>
            <a:spLocks noGrp="1"/>
          </p:cNvSpPr>
          <p:nvPr>
            <p:ph type="body" sz="quarter" idx="49"/>
          </p:nvPr>
        </p:nvSpPr>
        <p:spPr bwMode="auto">
          <a:xfrm>
            <a:off x="520913" y="1394052"/>
            <a:ext cx="771003" cy="423628"/>
          </a:xfrm>
        </p:spPr>
        <p:txBody>
          <a:bodyPr wrap="square"/>
          <a:lstStyle/>
          <a:p>
            <a:pPr marL="0" indent="0">
              <a:defRPr/>
              <a:spcAft>
                <a:spcPts val="400"/>
              </a:spcAft>
              <a:buNone/>
            </a:pPr>
            <a:r>
              <a:rPr sz="2200" b="1" i="0">
                <a:solidFill>
                  <a:srgbClr val="FF0053"/>
                </a:solidFill>
                <a:latin typeface="Montserrat"/>
              </a:rPr>
              <a:t>01</a:t>
            </a:r>
            <a:endParaRPr lang="ru-RU" b="1">
              <a:solidFill>
                <a:schemeClr val="accent5"/>
              </a:solidFill>
            </a:endParaRPr>
          </a:p>
        </p:txBody>
      </p:sp>
      <p:sp>
        <p:nvSpPr>
          <p:cNvPr id="235443755" name="Текст 15"/>
          <p:cNvSpPr>
            <a:spLocks noGrp="1"/>
          </p:cNvSpPr>
          <p:nvPr>
            <p:ph type="body" sz="quarter" idx="50"/>
          </p:nvPr>
        </p:nvSpPr>
        <p:spPr bwMode="auto">
          <a:xfrm>
            <a:off x="501557" y="2998036"/>
            <a:ext cx="771003" cy="403756"/>
          </a:xfrm>
        </p:spPr>
        <p:txBody>
          <a:bodyPr wrap="square"/>
          <a:lstStyle/>
          <a:p>
            <a:pPr marL="0" indent="0">
              <a:defRPr/>
              <a:spcAft>
                <a:spcPts val="400"/>
              </a:spcAft>
              <a:buNone/>
            </a:pPr>
            <a:r>
              <a:rPr sz="2200" b="1" i="0">
                <a:solidFill>
                  <a:srgbClr val="FF0053"/>
                </a:solidFill>
                <a:latin typeface="Montserrat"/>
              </a:rPr>
              <a:t>02</a:t>
            </a:r>
            <a:endParaRPr lang="ru-RU" b="1">
              <a:solidFill>
                <a:schemeClr val="accent5"/>
              </a:solidFill>
            </a:endParaRPr>
          </a:p>
        </p:txBody>
      </p:sp>
      <p:sp>
        <p:nvSpPr>
          <p:cNvPr id="826549208" name="Текст 16"/>
          <p:cNvSpPr>
            <a:spLocks noGrp="1"/>
          </p:cNvSpPr>
          <p:nvPr>
            <p:ph type="body" sz="quarter" idx="51"/>
          </p:nvPr>
        </p:nvSpPr>
        <p:spPr bwMode="auto">
          <a:xfrm>
            <a:off x="501557" y="4582148"/>
            <a:ext cx="771003" cy="403913"/>
          </a:xfrm>
        </p:spPr>
        <p:txBody>
          <a:bodyPr wrap="square"/>
          <a:lstStyle/>
          <a:p>
            <a:pPr marL="0" indent="0">
              <a:defRPr/>
              <a:spcAft>
                <a:spcPts val="400"/>
              </a:spcAft>
              <a:buNone/>
            </a:pPr>
            <a:r>
              <a:rPr sz="2200" b="1" i="0">
                <a:solidFill>
                  <a:srgbClr val="FF0053"/>
                </a:solidFill>
                <a:latin typeface="Montserrat"/>
              </a:rPr>
              <a:t>03</a:t>
            </a:r>
            <a:endParaRPr lang="ru-RU" b="1">
              <a:solidFill>
                <a:schemeClr val="accent5"/>
              </a:solidFill>
            </a:endParaRPr>
          </a:p>
        </p:txBody>
      </p:sp>
      <p:sp>
        <p:nvSpPr>
          <p:cNvPr id="1009444343" name="Текст 17"/>
          <p:cNvSpPr>
            <a:spLocks noGrp="1"/>
          </p:cNvSpPr>
          <p:nvPr>
            <p:ph type="body" sz="quarter" idx="52"/>
          </p:nvPr>
        </p:nvSpPr>
        <p:spPr bwMode="auto">
          <a:xfrm>
            <a:off x="6194020" y="1394052"/>
            <a:ext cx="771003" cy="423628"/>
          </a:xfrm>
        </p:spPr>
        <p:txBody>
          <a:bodyPr wrap="square"/>
          <a:lstStyle/>
          <a:p>
            <a:pPr marL="0" indent="0">
              <a:defRPr/>
              <a:spcAft>
                <a:spcPts val="400"/>
              </a:spcAft>
              <a:buNone/>
            </a:pPr>
            <a:r>
              <a:rPr sz="2200" b="1" i="0">
                <a:solidFill>
                  <a:srgbClr val="FF0053"/>
                </a:solidFill>
                <a:latin typeface="Montserrat"/>
              </a:rPr>
              <a:t>04</a:t>
            </a:r>
            <a:endParaRPr lang="ru-RU" b="1">
              <a:solidFill>
                <a:schemeClr val="accent5"/>
              </a:solidFill>
            </a:endParaRPr>
          </a:p>
        </p:txBody>
      </p:sp>
      <p:sp>
        <p:nvSpPr>
          <p:cNvPr id="866154418" name="Текст 18"/>
          <p:cNvSpPr>
            <a:spLocks noGrp="1"/>
          </p:cNvSpPr>
          <p:nvPr>
            <p:ph type="body" sz="quarter" idx="53"/>
          </p:nvPr>
        </p:nvSpPr>
        <p:spPr bwMode="auto">
          <a:xfrm>
            <a:off x="6174664" y="2998036"/>
            <a:ext cx="771003" cy="403756"/>
          </a:xfrm>
        </p:spPr>
        <p:txBody>
          <a:bodyPr wrap="square"/>
          <a:lstStyle/>
          <a:p>
            <a:pPr marL="0" indent="0">
              <a:defRPr/>
              <a:spcAft>
                <a:spcPts val="400"/>
              </a:spcAft>
              <a:buNone/>
            </a:pPr>
            <a:r>
              <a:rPr sz="2200" b="1" i="0">
                <a:solidFill>
                  <a:srgbClr val="FF0053"/>
                </a:solidFill>
                <a:latin typeface="Montserrat"/>
              </a:rPr>
              <a:t>05</a:t>
            </a:r>
            <a:endParaRPr lang="ru-RU" b="1">
              <a:solidFill>
                <a:schemeClr val="accent5"/>
              </a:solidFill>
            </a:endParaRPr>
          </a:p>
        </p:txBody>
      </p:sp>
      <p:sp>
        <p:nvSpPr>
          <p:cNvPr id="1243935615" name="Текст 19"/>
          <p:cNvSpPr>
            <a:spLocks noGrp="1"/>
          </p:cNvSpPr>
          <p:nvPr>
            <p:ph type="body" sz="quarter" idx="54"/>
          </p:nvPr>
        </p:nvSpPr>
        <p:spPr bwMode="auto">
          <a:xfrm>
            <a:off x="6174664" y="4582148"/>
            <a:ext cx="771003" cy="403913"/>
          </a:xfrm>
        </p:spPr>
        <p:txBody>
          <a:bodyPr wrap="square"/>
          <a:lstStyle/>
          <a:p>
            <a:pPr marL="0" indent="0">
              <a:defRPr/>
              <a:spcAft>
                <a:spcPts val="400"/>
              </a:spcAft>
              <a:buNone/>
            </a:pPr>
            <a:r>
              <a:rPr sz="2200" b="1" i="0">
                <a:solidFill>
                  <a:srgbClr val="FF0053"/>
                </a:solidFill>
                <a:latin typeface="Montserrat"/>
              </a:rPr>
              <a:t>06</a:t>
            </a:r>
            <a:endParaRPr lang="ru-RU" b="1">
              <a:solidFill>
                <a:schemeClr val="accent5"/>
              </a:solidFill>
            </a:endParaRPr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bg>
      <p:bgPr shadeToTitle="0">
        <a:blipFill rotWithShape="1">
          <a:blip r:embed="rId3">
            <a:lum/>
          </a:blip>
          <a:stretch/>
        </a:blipFill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843276415" name="Скругленный прямоугольник 22"/>
          <p:cNvSpPr/>
          <p:nvPr/>
        </p:nvSpPr>
        <p:spPr bwMode="auto">
          <a:xfrm>
            <a:off x="346075" y="324562"/>
            <a:ext cx="3111828" cy="620919"/>
          </a:xfrm>
          <a:prstGeom prst="roundRect">
            <a:avLst>
              <a:gd name="adj" fmla="val 18706"/>
            </a:avLst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>
              <a:defRPr/>
            </a:pPr>
            <a:endParaRPr lang="ru-RU" b="1">
              <a:solidFill>
                <a:schemeClr val="accent2"/>
              </a:solidFill>
            </a:endParaRPr>
          </a:p>
        </p:txBody>
      </p:sp>
      <p:sp>
        <p:nvSpPr>
          <p:cNvPr id="1154497780" name="Номер слайда 20"/>
          <p:cNvSpPr>
            <a:spLocks noGrp="1"/>
          </p:cNvSpPr>
          <p:nvPr>
            <p:ph type="sldNum" sz="quarter" idx="4"/>
          </p:nvPr>
        </p:nvSpPr>
        <p:spPr bwMode="auto"/>
        <p:txBody>
          <a:bodyPr/>
          <a:lstStyle/>
          <a:p>
            <a:pPr>
              <a:defRPr/>
            </a:pPr>
            <a:fld id="{52DCC5B9-D646-4B76-891F-6FF4E74E9CB4}" type="slidenum">
              <a:rPr lang="ru-RU">
                <a:solidFill>
                  <a:schemeClr val="accent5"/>
                </a:solidFill>
              </a:rPr>
              <a:t>18</a:t>
            </a:fld>
            <a:endParaRPr lang="ru-RU">
              <a:solidFill>
                <a:schemeClr val="accent5"/>
              </a:solidFill>
            </a:endParaRPr>
          </a:p>
        </p:txBody>
      </p:sp>
      <p:sp>
        <p:nvSpPr>
          <p:cNvPr id="2001159143" name="Текст 1"/>
          <p:cNvSpPr>
            <a:spLocks noGrp="1"/>
          </p:cNvSpPr>
          <p:nvPr>
            <p:ph type="body" sz="quarter" idx="37"/>
          </p:nvPr>
        </p:nvSpPr>
        <p:spPr bwMode="auto">
          <a:xfrm>
            <a:off x="1615961" y="1428776"/>
            <a:ext cx="3866856" cy="423628"/>
          </a:xfrm>
        </p:spPr>
        <p:txBody>
          <a:bodyPr wrap="square"/>
          <a:lstStyle/>
          <a:p>
            <a:pPr marL="0" indent="0">
              <a:defRPr/>
              <a:spcAft>
                <a:spcPts val="400"/>
              </a:spcAft>
              <a:buNone/>
            </a:pPr>
            <a:r>
              <a:rPr sz="1400" b="1" i="0">
                <a:solidFill>
                  <a:srgbClr val="520978"/>
                </a:solidFill>
                <a:latin typeface="Montserrat"/>
              </a:rPr>
              <a:t>Низкое доверие</a:t>
            </a:r>
            <a:endParaRPr lang="ru-RU">
              <a:solidFill>
                <a:srgbClr val="F92571"/>
              </a:solidFill>
            </a:endParaRPr>
          </a:p>
        </p:txBody>
      </p:sp>
      <p:sp>
        <p:nvSpPr>
          <p:cNvPr id="232986344" name="Текст 2"/>
          <p:cNvSpPr>
            <a:spLocks noGrp="1"/>
          </p:cNvSpPr>
          <p:nvPr>
            <p:ph type="body" sz="quarter" idx="38"/>
          </p:nvPr>
        </p:nvSpPr>
        <p:spPr bwMode="auto">
          <a:xfrm>
            <a:off x="1615964" y="1996388"/>
            <a:ext cx="3866856" cy="672075"/>
          </a:xfrm>
        </p:spPr>
        <p:txBody>
          <a:bodyPr wrap="square"/>
          <a:lstStyle/>
          <a:p>
            <a:pPr marL="0" indent="0">
              <a:defRPr/>
              <a:spcAft>
                <a:spcPts val="400"/>
              </a:spcAft>
              <a:buNone/>
            </a:pPr>
            <a:r>
              <a:rPr sz="1100" b="0" i="0">
                <a:solidFill>
                  <a:srgbClr val="1C1D22"/>
                </a:solidFill>
                <a:latin typeface="Montserrat"/>
              </a:rPr>
              <a:t>Данных за сутки мало или качество кадров низкое. Отклонение не формируется вовсе.</a:t>
            </a:r>
            <a:endParaRPr lang="ru-RU">
              <a:solidFill>
                <a:schemeClr val="tx1"/>
              </a:solidFill>
            </a:endParaRPr>
          </a:p>
        </p:txBody>
      </p:sp>
      <p:sp>
        <p:nvSpPr>
          <p:cNvPr id="1003061334" name="Текст 3"/>
          <p:cNvSpPr>
            <a:spLocks noGrp="1"/>
          </p:cNvSpPr>
          <p:nvPr>
            <p:ph type="body" sz="quarter" idx="39"/>
          </p:nvPr>
        </p:nvSpPr>
        <p:spPr bwMode="auto">
          <a:xfrm>
            <a:off x="1596604" y="3032761"/>
            <a:ext cx="3866856" cy="403756"/>
          </a:xfrm>
        </p:spPr>
        <p:txBody>
          <a:bodyPr wrap="square"/>
          <a:lstStyle/>
          <a:p>
            <a:pPr marL="0" indent="0">
              <a:defRPr/>
              <a:spcAft>
                <a:spcPts val="400"/>
              </a:spcAft>
              <a:buNone/>
            </a:pPr>
            <a:r>
              <a:rPr sz="1400" b="1" i="0">
                <a:solidFill>
                  <a:srgbClr val="520978"/>
                </a:solidFill>
                <a:latin typeface="Montserrat"/>
              </a:rPr>
              <a:t>Ресурсный дефицит</a:t>
            </a:r>
            <a:endParaRPr lang="ru-RU">
              <a:solidFill>
                <a:srgbClr val="F92571"/>
              </a:solidFill>
            </a:endParaRPr>
          </a:p>
        </p:txBody>
      </p:sp>
      <p:sp>
        <p:nvSpPr>
          <p:cNvPr id="83999960" name="Текст 4"/>
          <p:cNvSpPr>
            <a:spLocks noGrp="1"/>
          </p:cNvSpPr>
          <p:nvPr>
            <p:ph type="body" sz="quarter" idx="40"/>
          </p:nvPr>
        </p:nvSpPr>
        <p:spPr bwMode="auto">
          <a:xfrm>
            <a:off x="1596604" y="3580500"/>
            <a:ext cx="3866856" cy="672075"/>
          </a:xfrm>
        </p:spPr>
        <p:txBody>
          <a:bodyPr wrap="square"/>
          <a:lstStyle/>
          <a:p>
            <a:pPr marL="0" indent="0">
              <a:defRPr/>
              <a:spcAft>
                <a:spcPts val="400"/>
              </a:spcAft>
              <a:buNone/>
            </a:pPr>
            <a:r>
              <a:rPr sz="1100" b="0" i="0">
                <a:solidFill>
                  <a:srgbClr val="1C1D22"/>
                </a:solidFill>
                <a:latin typeface="Montserrat"/>
              </a:rPr>
              <a:t>Факт ниже 70 % плана два и более суток подряд. Темп работ падает.</a:t>
            </a:r>
            <a:endParaRPr lang="ru-RU">
              <a:solidFill>
                <a:schemeClr val="tx1"/>
              </a:solidFill>
            </a:endParaRPr>
          </a:p>
        </p:txBody>
      </p:sp>
      <p:sp>
        <p:nvSpPr>
          <p:cNvPr id="1250951588" name="Текст 5"/>
          <p:cNvSpPr>
            <a:spLocks noGrp="1"/>
          </p:cNvSpPr>
          <p:nvPr>
            <p:ph type="body" sz="quarter" idx="41"/>
          </p:nvPr>
        </p:nvSpPr>
        <p:spPr bwMode="auto">
          <a:xfrm>
            <a:off x="1596604" y="4616873"/>
            <a:ext cx="3866856" cy="403913"/>
          </a:xfrm>
        </p:spPr>
        <p:txBody>
          <a:bodyPr wrap="square"/>
          <a:lstStyle/>
          <a:p>
            <a:pPr marL="0" indent="0">
              <a:defRPr/>
              <a:spcAft>
                <a:spcPts val="400"/>
              </a:spcAft>
              <a:buNone/>
            </a:pPr>
            <a:r>
              <a:rPr sz="1400" b="1" i="0">
                <a:solidFill>
                  <a:srgbClr val="520978"/>
                </a:solidFill>
                <a:latin typeface="Montserrat"/>
              </a:rPr>
              <a:t>Простой</a:t>
            </a:r>
            <a:endParaRPr lang="ru-RU">
              <a:solidFill>
                <a:srgbClr val="F92571"/>
              </a:solidFill>
            </a:endParaRPr>
          </a:p>
        </p:txBody>
      </p:sp>
      <p:sp>
        <p:nvSpPr>
          <p:cNvPr id="1132448340" name="Текст 6"/>
          <p:cNvSpPr>
            <a:spLocks noGrp="1"/>
          </p:cNvSpPr>
          <p:nvPr>
            <p:ph type="body" sz="quarter" idx="42"/>
          </p:nvPr>
        </p:nvSpPr>
        <p:spPr bwMode="auto">
          <a:xfrm>
            <a:off x="1596604" y="5164612"/>
            <a:ext cx="3866856" cy="672075"/>
          </a:xfrm>
        </p:spPr>
        <p:txBody>
          <a:bodyPr wrap="square"/>
          <a:lstStyle/>
          <a:p>
            <a:pPr marL="0" indent="0">
              <a:defRPr/>
              <a:spcAft>
                <a:spcPts val="400"/>
              </a:spcAft>
              <a:buNone/>
            </a:pPr>
            <a:r>
              <a:rPr sz="1100" b="0" i="0">
                <a:solidFill>
                  <a:srgbClr val="1C1D22"/>
                </a:solidFill>
                <a:latin typeface="Montserrat"/>
              </a:rPr>
              <a:t>Техника на объекте есть, но коэффициент использования не выше 0,5.</a:t>
            </a:r>
            <a:endParaRPr lang="ru-RU">
              <a:solidFill>
                <a:schemeClr val="tx1"/>
              </a:solidFill>
            </a:endParaRPr>
          </a:p>
        </p:txBody>
      </p:sp>
      <p:sp>
        <p:nvSpPr>
          <p:cNvPr id="2061630428" name="Текст 7"/>
          <p:cNvSpPr>
            <a:spLocks noGrp="1"/>
          </p:cNvSpPr>
          <p:nvPr>
            <p:ph type="body" sz="quarter" idx="43"/>
          </p:nvPr>
        </p:nvSpPr>
        <p:spPr bwMode="auto">
          <a:xfrm>
            <a:off x="7289068" y="1428776"/>
            <a:ext cx="3866856" cy="423628"/>
          </a:xfrm>
        </p:spPr>
        <p:txBody>
          <a:bodyPr wrap="square"/>
          <a:lstStyle/>
          <a:p>
            <a:pPr marL="0" indent="0">
              <a:defRPr/>
              <a:spcAft>
                <a:spcPts val="400"/>
              </a:spcAft>
              <a:buNone/>
            </a:pPr>
            <a:r>
              <a:rPr sz="1400" b="1" i="0">
                <a:solidFill>
                  <a:srgbClr val="520978"/>
                </a:solidFill>
                <a:latin typeface="Montserrat"/>
              </a:rPr>
              <a:t>Несоответствие фронта</a:t>
            </a:r>
            <a:endParaRPr lang="ru-RU">
              <a:solidFill>
                <a:srgbClr val="F92571"/>
              </a:solidFill>
            </a:endParaRPr>
          </a:p>
        </p:txBody>
      </p:sp>
      <p:sp>
        <p:nvSpPr>
          <p:cNvPr id="1921955234" name="Текст 8"/>
          <p:cNvSpPr>
            <a:spLocks noGrp="1"/>
          </p:cNvSpPr>
          <p:nvPr>
            <p:ph type="body" sz="quarter" idx="44"/>
          </p:nvPr>
        </p:nvSpPr>
        <p:spPr bwMode="auto">
          <a:xfrm>
            <a:off x="7289071" y="1996388"/>
            <a:ext cx="3866856" cy="672075"/>
          </a:xfrm>
        </p:spPr>
        <p:txBody>
          <a:bodyPr wrap="square"/>
          <a:lstStyle/>
          <a:p>
            <a:pPr marL="0" indent="0">
              <a:defRPr/>
              <a:spcAft>
                <a:spcPts val="400"/>
              </a:spcAft>
              <a:buNone/>
            </a:pPr>
            <a:r>
              <a:rPr sz="1100" b="0" i="0">
                <a:solidFill>
                  <a:srgbClr val="1C1D22"/>
                </a:solidFill>
                <a:latin typeface="Montserrat"/>
              </a:rPr>
              <a:t>Состав техники не совпадает с этапом графика: работают не то, что по плану.</a:t>
            </a:r>
            <a:endParaRPr lang="ru-RU">
              <a:solidFill>
                <a:schemeClr val="tx1"/>
              </a:solidFill>
            </a:endParaRPr>
          </a:p>
        </p:txBody>
      </p:sp>
      <p:sp>
        <p:nvSpPr>
          <p:cNvPr id="998015504" name="Текст 9"/>
          <p:cNvSpPr>
            <a:spLocks noGrp="1"/>
          </p:cNvSpPr>
          <p:nvPr>
            <p:ph type="body" sz="quarter" idx="45"/>
          </p:nvPr>
        </p:nvSpPr>
        <p:spPr bwMode="auto">
          <a:xfrm>
            <a:off x="7269712" y="3032761"/>
            <a:ext cx="3866856" cy="403756"/>
          </a:xfrm>
        </p:spPr>
        <p:txBody>
          <a:bodyPr wrap="square"/>
          <a:lstStyle/>
          <a:p>
            <a:pPr marL="0" indent="0">
              <a:defRPr/>
              <a:spcAft>
                <a:spcPts val="400"/>
              </a:spcAft>
              <a:buNone/>
            </a:pPr>
            <a:r>
              <a:rPr sz="1400" b="1" i="0">
                <a:solidFill>
                  <a:srgbClr val="520978"/>
                </a:solidFill>
                <a:latin typeface="Montserrat"/>
              </a:rPr>
              <a:t>Тишина</a:t>
            </a:r>
            <a:endParaRPr lang="ru-RU">
              <a:solidFill>
                <a:srgbClr val="F92571"/>
              </a:solidFill>
            </a:endParaRPr>
          </a:p>
        </p:txBody>
      </p:sp>
      <p:sp>
        <p:nvSpPr>
          <p:cNvPr id="1689937647" name="Текст 10"/>
          <p:cNvSpPr>
            <a:spLocks noGrp="1"/>
          </p:cNvSpPr>
          <p:nvPr>
            <p:ph type="body" sz="quarter" idx="46"/>
          </p:nvPr>
        </p:nvSpPr>
        <p:spPr bwMode="auto">
          <a:xfrm>
            <a:off x="7269712" y="3580500"/>
            <a:ext cx="3866856" cy="672075"/>
          </a:xfrm>
        </p:spPr>
        <p:txBody>
          <a:bodyPr wrap="square"/>
          <a:lstStyle/>
          <a:p>
            <a:pPr marL="0" indent="0">
              <a:defRPr/>
              <a:spcAft>
                <a:spcPts val="400"/>
              </a:spcAft>
              <a:buNone/>
            </a:pPr>
            <a:r>
              <a:rPr sz="1100" b="0" i="0">
                <a:solidFill>
                  <a:srgbClr val="1C1D22"/>
                </a:solidFill>
                <a:latin typeface="Montserrat"/>
              </a:rPr>
              <a:t>Технику не зафиксировали два и более суток при хорошем покрытии кадрами.</a:t>
            </a:r>
            <a:endParaRPr lang="ru-RU">
              <a:solidFill>
                <a:schemeClr val="tx1"/>
              </a:solidFill>
            </a:endParaRPr>
          </a:p>
        </p:txBody>
      </p:sp>
      <p:sp>
        <p:nvSpPr>
          <p:cNvPr id="2113247766" name="Текст 11"/>
          <p:cNvSpPr>
            <a:spLocks noGrp="1"/>
          </p:cNvSpPr>
          <p:nvPr>
            <p:ph type="body" sz="quarter" idx="47"/>
          </p:nvPr>
        </p:nvSpPr>
        <p:spPr bwMode="auto">
          <a:xfrm>
            <a:off x="7269712" y="4616873"/>
            <a:ext cx="3866856" cy="403913"/>
          </a:xfrm>
        </p:spPr>
        <p:txBody>
          <a:bodyPr wrap="square"/>
          <a:lstStyle/>
          <a:p>
            <a:pPr marL="0" indent="0">
              <a:defRPr/>
              <a:spcAft>
                <a:spcPts val="400"/>
              </a:spcAft>
              <a:buNone/>
            </a:pPr>
            <a:r>
              <a:rPr sz="1400" b="1" i="0">
                <a:solidFill>
                  <a:srgbClr val="520978"/>
                </a:solidFill>
                <a:latin typeface="Montserrat"/>
              </a:rPr>
              <a:t>Приоритет</a:t>
            </a:r>
            <a:endParaRPr lang="ru-RU">
              <a:solidFill>
                <a:srgbClr val="F92571"/>
              </a:solidFill>
            </a:endParaRPr>
          </a:p>
        </p:txBody>
      </p:sp>
      <p:sp>
        <p:nvSpPr>
          <p:cNvPr id="346032543" name="Текст 12"/>
          <p:cNvSpPr>
            <a:spLocks noGrp="1"/>
          </p:cNvSpPr>
          <p:nvPr>
            <p:ph type="body" sz="quarter" idx="48"/>
          </p:nvPr>
        </p:nvSpPr>
        <p:spPr bwMode="auto">
          <a:xfrm>
            <a:off x="7269712" y="5164612"/>
            <a:ext cx="3866856" cy="672075"/>
          </a:xfrm>
        </p:spPr>
        <p:txBody>
          <a:bodyPr wrap="square"/>
          <a:lstStyle/>
          <a:p>
            <a:pPr marL="0" indent="0">
              <a:defRPr/>
              <a:spcAft>
                <a:spcPts val="400"/>
              </a:spcAft>
              <a:buNone/>
            </a:pPr>
            <a:r>
              <a:rPr sz="1100" b="0" i="0">
                <a:solidFill>
                  <a:srgbClr val="1C1D22"/>
                </a:solidFill>
                <a:latin typeface="Montserrat"/>
              </a:rPr>
              <a:t>При конфликте: Р0, затем Р4, Р1, Р3, Р2. Один явный диагноз на сутки честнее нескольких противоречащих.</a:t>
            </a:r>
            <a:endParaRPr lang="ru-RU">
              <a:solidFill>
                <a:schemeClr val="tx1"/>
              </a:solidFill>
            </a:endParaRPr>
          </a:p>
        </p:txBody>
      </p:sp>
      <p:sp>
        <p:nvSpPr>
          <p:cNvPr id="1906938187" name="Заголовок 13"/>
          <p:cNvSpPr>
            <a:spLocks noGrp="1"/>
          </p:cNvSpPr>
          <p:nvPr>
            <p:ph type="title"/>
          </p:nvPr>
        </p:nvSpPr>
        <p:spPr bwMode="auto">
          <a:xfrm>
            <a:off x="525817" y="421226"/>
            <a:ext cx="9862734" cy="376138"/>
          </a:xfrm>
        </p:spPr>
        <p:txBody>
          <a:bodyPr wrap="square"/>
          <a:lstStyle/>
          <a:p>
            <a:pPr marL="0" indent="0">
              <a:defRPr/>
              <a:spcAft>
                <a:spcPts val="400"/>
              </a:spcAft>
              <a:buNone/>
            </a:pPr>
            <a:r>
              <a:rPr sz="1600" b="1" i="0">
                <a:solidFill>
                  <a:srgbClr val="FFFFFF"/>
                </a:solidFill>
                <a:latin typeface="Montserrat"/>
              </a:rPr>
              <a:t>ОТКЛОНЕНИЯ</a:t>
            </a:r>
            <a:endParaRPr lang="ru-RU"/>
          </a:p>
        </p:txBody>
      </p:sp>
      <p:sp>
        <p:nvSpPr>
          <p:cNvPr id="738506086" name="Текст 14"/>
          <p:cNvSpPr>
            <a:spLocks noGrp="1"/>
          </p:cNvSpPr>
          <p:nvPr>
            <p:ph type="body" sz="quarter" idx="49"/>
          </p:nvPr>
        </p:nvSpPr>
        <p:spPr bwMode="auto">
          <a:xfrm>
            <a:off x="520913" y="1394052"/>
            <a:ext cx="771003" cy="423628"/>
          </a:xfrm>
        </p:spPr>
        <p:txBody>
          <a:bodyPr wrap="square"/>
          <a:lstStyle/>
          <a:p>
            <a:pPr marL="0" indent="0">
              <a:defRPr/>
              <a:spcAft>
                <a:spcPts val="400"/>
              </a:spcAft>
              <a:buNone/>
            </a:pPr>
            <a:r>
              <a:rPr sz="2200" b="1" i="0">
                <a:solidFill>
                  <a:srgbClr val="FF0053"/>
                </a:solidFill>
                <a:latin typeface="Montserrat"/>
              </a:rPr>
              <a:t>Р0</a:t>
            </a:r>
            <a:endParaRPr lang="ru-RU" b="1">
              <a:solidFill>
                <a:schemeClr val="accent5"/>
              </a:solidFill>
            </a:endParaRPr>
          </a:p>
        </p:txBody>
      </p:sp>
      <p:sp>
        <p:nvSpPr>
          <p:cNvPr id="235443755" name="Текст 15"/>
          <p:cNvSpPr>
            <a:spLocks noGrp="1"/>
          </p:cNvSpPr>
          <p:nvPr>
            <p:ph type="body" sz="quarter" idx="50"/>
          </p:nvPr>
        </p:nvSpPr>
        <p:spPr bwMode="auto">
          <a:xfrm>
            <a:off x="501557" y="2998036"/>
            <a:ext cx="771003" cy="403756"/>
          </a:xfrm>
        </p:spPr>
        <p:txBody>
          <a:bodyPr wrap="square"/>
          <a:lstStyle/>
          <a:p>
            <a:pPr marL="0" indent="0">
              <a:defRPr/>
              <a:spcAft>
                <a:spcPts val="400"/>
              </a:spcAft>
              <a:buNone/>
            </a:pPr>
            <a:r>
              <a:rPr sz="2200" b="1" i="0">
                <a:solidFill>
                  <a:srgbClr val="FF0053"/>
                </a:solidFill>
                <a:latin typeface="Montserrat"/>
              </a:rPr>
              <a:t>Р1</a:t>
            </a:r>
            <a:endParaRPr lang="ru-RU" b="1">
              <a:solidFill>
                <a:schemeClr val="accent5"/>
              </a:solidFill>
            </a:endParaRPr>
          </a:p>
        </p:txBody>
      </p:sp>
      <p:sp>
        <p:nvSpPr>
          <p:cNvPr id="826549208" name="Текст 16"/>
          <p:cNvSpPr>
            <a:spLocks noGrp="1"/>
          </p:cNvSpPr>
          <p:nvPr>
            <p:ph type="body" sz="quarter" idx="51"/>
          </p:nvPr>
        </p:nvSpPr>
        <p:spPr bwMode="auto">
          <a:xfrm>
            <a:off x="501557" y="4582148"/>
            <a:ext cx="771003" cy="403913"/>
          </a:xfrm>
        </p:spPr>
        <p:txBody>
          <a:bodyPr wrap="square"/>
          <a:lstStyle/>
          <a:p>
            <a:pPr marL="0" indent="0">
              <a:defRPr/>
              <a:spcAft>
                <a:spcPts val="400"/>
              </a:spcAft>
              <a:buNone/>
            </a:pPr>
            <a:r>
              <a:rPr sz="2200" b="1" i="0">
                <a:solidFill>
                  <a:srgbClr val="FF0053"/>
                </a:solidFill>
                <a:latin typeface="Montserrat"/>
              </a:rPr>
              <a:t>Р2</a:t>
            </a:r>
            <a:endParaRPr lang="ru-RU" b="1">
              <a:solidFill>
                <a:schemeClr val="accent5"/>
              </a:solidFill>
            </a:endParaRPr>
          </a:p>
        </p:txBody>
      </p:sp>
      <p:sp>
        <p:nvSpPr>
          <p:cNvPr id="1009444343" name="Текст 17"/>
          <p:cNvSpPr>
            <a:spLocks noGrp="1"/>
          </p:cNvSpPr>
          <p:nvPr>
            <p:ph type="body" sz="quarter" idx="52"/>
          </p:nvPr>
        </p:nvSpPr>
        <p:spPr bwMode="auto">
          <a:xfrm>
            <a:off x="6194020" y="1394052"/>
            <a:ext cx="771003" cy="423628"/>
          </a:xfrm>
        </p:spPr>
        <p:txBody>
          <a:bodyPr wrap="square"/>
          <a:lstStyle/>
          <a:p>
            <a:pPr marL="0" indent="0">
              <a:defRPr/>
              <a:spcAft>
                <a:spcPts val="400"/>
              </a:spcAft>
              <a:buNone/>
            </a:pPr>
            <a:r>
              <a:rPr sz="2200" b="1" i="0">
                <a:solidFill>
                  <a:srgbClr val="FF0053"/>
                </a:solidFill>
                <a:latin typeface="Montserrat"/>
              </a:rPr>
              <a:t>Р3</a:t>
            </a:r>
            <a:endParaRPr lang="ru-RU" b="1">
              <a:solidFill>
                <a:schemeClr val="accent5"/>
              </a:solidFill>
            </a:endParaRPr>
          </a:p>
        </p:txBody>
      </p:sp>
      <p:sp>
        <p:nvSpPr>
          <p:cNvPr id="866154418" name="Текст 18"/>
          <p:cNvSpPr>
            <a:spLocks noGrp="1"/>
          </p:cNvSpPr>
          <p:nvPr>
            <p:ph type="body" sz="quarter" idx="53"/>
          </p:nvPr>
        </p:nvSpPr>
        <p:spPr bwMode="auto">
          <a:xfrm>
            <a:off x="6174664" y="2998036"/>
            <a:ext cx="771003" cy="403756"/>
          </a:xfrm>
        </p:spPr>
        <p:txBody>
          <a:bodyPr wrap="square"/>
          <a:lstStyle/>
          <a:p>
            <a:pPr marL="0" indent="0">
              <a:defRPr/>
              <a:spcAft>
                <a:spcPts val="400"/>
              </a:spcAft>
              <a:buNone/>
            </a:pPr>
            <a:r>
              <a:rPr sz="2200" b="1" i="0">
                <a:solidFill>
                  <a:srgbClr val="FF0053"/>
                </a:solidFill>
                <a:latin typeface="Montserrat"/>
              </a:rPr>
              <a:t>Р4</a:t>
            </a:r>
            <a:endParaRPr lang="ru-RU" b="1">
              <a:solidFill>
                <a:schemeClr val="accent5"/>
              </a:solidFill>
            </a:endParaRPr>
          </a:p>
        </p:txBody>
      </p:sp>
      <p:sp>
        <p:nvSpPr>
          <p:cNvPr id="1243935615" name="Текст 19"/>
          <p:cNvSpPr>
            <a:spLocks noGrp="1"/>
          </p:cNvSpPr>
          <p:nvPr>
            <p:ph type="body" sz="quarter" idx="54"/>
          </p:nvPr>
        </p:nvSpPr>
        <p:spPr bwMode="auto">
          <a:xfrm>
            <a:off x="6174664" y="4582148"/>
            <a:ext cx="771003" cy="403913"/>
          </a:xfrm>
        </p:spPr>
        <p:txBody>
          <a:bodyPr wrap="square"/>
          <a:lstStyle/>
          <a:p>
            <a:pPr marL="0" indent="0">
              <a:defRPr/>
              <a:spcAft>
                <a:spcPts val="400"/>
              </a:spcAft>
              <a:buNone/>
            </a:pPr>
            <a:r>
              <a:rPr sz="2200" b="1" i="0">
                <a:solidFill>
                  <a:srgbClr val="FF0053"/>
                </a:solidFill>
                <a:latin typeface="Montserrat"/>
              </a:rPr>
              <a:t/>
            </a:r>
            <a:endParaRPr lang="ru-RU" b="1">
              <a:solidFill>
                <a:schemeClr val="accent5"/>
              </a:solidFill>
            </a:endParaRPr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bg>
      <p:bgPr shadeToTitle="0">
        <a:blipFill rotWithShape="1">
          <a:blip r:embed="rId3">
            <a:lum/>
          </a:blip>
          <a:stretch/>
        </a:blipFill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998090856" name="Скругленный прямоугольник 3"/>
          <p:cNvSpPr/>
          <p:nvPr/>
        </p:nvSpPr>
        <p:spPr bwMode="auto">
          <a:xfrm>
            <a:off x="325170" y="1304256"/>
            <a:ext cx="11541659" cy="5052102"/>
          </a:xfrm>
          <a:prstGeom prst="roundRect">
            <a:avLst>
              <a:gd name="adj" fmla="val 6926"/>
            </a:avLst>
          </a:prstGeom>
          <a:solidFill>
            <a:schemeClr val="bg1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</p:spPr>
        <p:style>
          <a:lnRef idx="0">
            <a:srgbClr val="000000"/>
          </a:lnRef>
          <a:fillRef idx="0">
            <a:srgbClr val="000000"/>
          </a:fillRef>
          <a:effectRef idx="0">
            <a:srgbClr val="000000"/>
          </a:effectRef>
          <a:fontRef idx="minor">
            <a:schemeClr val="accent2"/>
          </a:fontRef>
        </p:style>
        <p:txBody>
          <a:bodyPr rtlCol="0" anchor="t"/>
          <a:lstStyle/>
          <a:p>
            <a:pPr algn="ctr">
              <a:defRPr/>
            </a:pPr>
            <a:endParaRPr lang="ru-RU" b="1">
              <a:solidFill>
                <a:schemeClr val="accent2"/>
              </a:solidFill>
            </a:endParaRPr>
          </a:p>
        </p:txBody>
      </p:sp>
      <p:sp>
        <p:nvSpPr>
          <p:cNvPr id="264439052" name="Номер слайда 20"/>
          <p:cNvSpPr>
            <a:spLocks noGrp="1"/>
          </p:cNvSpPr>
          <p:nvPr>
            <p:ph type="sldNum" sz="quarter" idx="4"/>
          </p:nvPr>
        </p:nvSpPr>
        <p:spPr bwMode="auto"/>
        <p:txBody>
          <a:bodyPr/>
          <a:lstStyle/>
          <a:p>
            <a:pPr>
              <a:defRPr/>
            </a:pPr>
            <a:fld id="{52DCC5B9-D646-4B76-891F-6FF4E74E9CB4}" type="slidenum">
              <a:rPr lang="ru-RU">
                <a:solidFill>
                  <a:schemeClr val="bg1"/>
                </a:solidFill>
              </a:rPr>
              <a:t>13</a:t>
            </a:fld>
            <a:endParaRPr lang="ru-RU">
              <a:solidFill>
                <a:schemeClr val="bg1"/>
              </a:solidFill>
            </a:endParaRPr>
          </a:p>
        </p:txBody>
      </p:sp>
      <p:sp>
        <p:nvSpPr>
          <p:cNvPr id="744233055" name="Заголовок 1"/>
          <p:cNvSpPr>
            <a:spLocks noGrp="1"/>
          </p:cNvSpPr>
          <p:nvPr>
            <p:ph type="title"/>
          </p:nvPr>
        </p:nvSpPr>
        <p:spPr bwMode="auto">
          <a:xfrm>
            <a:off x="533104" y="414049"/>
            <a:ext cx="5994696" cy="552061"/>
          </a:xfrm>
        </p:spPr>
        <p:txBody>
          <a:bodyPr wrap="square"/>
          <a:lstStyle/>
          <a:p>
            <a:pPr marL="0" indent="0">
              <a:defRPr/>
              <a:spcAft>
                <a:spcPts val="400"/>
              </a:spcAft>
              <a:buNone/>
            </a:pPr>
            <a:r>
              <a:rPr sz="2000" b="1" i="0">
                <a:solidFill>
                  <a:srgbClr val="FFFFFF"/>
                </a:solidFill>
                <a:latin typeface="Montserrat"/>
              </a:rPr>
              <a:t>Каждое отклонение объяснимо</a:t>
            </a:r>
            <a:endParaRPr lang="ru-RU" sz="3600">
              <a:solidFill>
                <a:schemeClr val="bg1"/>
              </a:solidFill>
            </a:endParaRPr>
          </a:p>
        </p:txBody>
      </p:sp>
      <p:pic>
        <p:nvPicPr>
          <p:cNvPr id="998090857" name="Picture 998090856" descr="u1.jp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23888" y="1556279"/>
            <a:ext cx="10789619" cy="3745441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bg>
      <p:bgPr shadeToTitle="0">
        <a:blipFill rotWithShape="1">
          <a:blip r:embed="rId3">
            <a:lum/>
          </a:blip>
          <a:stretch/>
        </a:blipFill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998090856" name="Скругленный прямоугольник 3"/>
          <p:cNvSpPr/>
          <p:nvPr/>
        </p:nvSpPr>
        <p:spPr bwMode="auto">
          <a:xfrm>
            <a:off x="325170" y="1304256"/>
            <a:ext cx="11541659" cy="5052102"/>
          </a:xfrm>
          <a:prstGeom prst="roundRect">
            <a:avLst>
              <a:gd name="adj" fmla="val 6926"/>
            </a:avLst>
          </a:prstGeom>
          <a:solidFill>
            <a:schemeClr val="bg1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</p:spPr>
        <p:style>
          <a:lnRef idx="0">
            <a:srgbClr val="000000"/>
          </a:lnRef>
          <a:fillRef idx="0">
            <a:srgbClr val="000000"/>
          </a:fillRef>
          <a:effectRef idx="0">
            <a:srgbClr val="000000"/>
          </a:effectRef>
          <a:fontRef idx="minor">
            <a:schemeClr val="accent2"/>
          </a:fontRef>
        </p:style>
        <p:txBody>
          <a:bodyPr rtlCol="0" anchor="t"/>
          <a:lstStyle/>
          <a:p>
            <a:pPr algn="ctr">
              <a:defRPr/>
            </a:pPr>
            <a:endParaRPr lang="ru-RU" b="1">
              <a:solidFill>
                <a:schemeClr val="accent2"/>
              </a:solidFill>
            </a:endParaRPr>
          </a:p>
        </p:txBody>
      </p:sp>
      <p:sp>
        <p:nvSpPr>
          <p:cNvPr id="264439052" name="Номер слайда 20"/>
          <p:cNvSpPr>
            <a:spLocks noGrp="1"/>
          </p:cNvSpPr>
          <p:nvPr>
            <p:ph type="sldNum" sz="quarter" idx="4"/>
          </p:nvPr>
        </p:nvSpPr>
        <p:spPr bwMode="auto"/>
        <p:txBody>
          <a:bodyPr/>
          <a:lstStyle/>
          <a:p>
            <a:pPr>
              <a:defRPr/>
            </a:pPr>
            <a:fld id="{52DCC5B9-D646-4B76-891F-6FF4E74E9CB4}" type="slidenum">
              <a:rPr lang="ru-RU">
                <a:solidFill>
                  <a:schemeClr val="bg1"/>
                </a:solidFill>
              </a:rPr>
              <a:t>13</a:t>
            </a:fld>
            <a:endParaRPr lang="ru-RU">
              <a:solidFill>
                <a:schemeClr val="bg1"/>
              </a:solidFill>
            </a:endParaRPr>
          </a:p>
        </p:txBody>
      </p:sp>
      <p:sp>
        <p:nvSpPr>
          <p:cNvPr id="744233055" name="Заголовок 1"/>
          <p:cNvSpPr>
            <a:spLocks noGrp="1"/>
          </p:cNvSpPr>
          <p:nvPr>
            <p:ph type="title"/>
          </p:nvPr>
        </p:nvSpPr>
        <p:spPr bwMode="auto">
          <a:xfrm>
            <a:off x="533104" y="414049"/>
            <a:ext cx="5994696" cy="552061"/>
          </a:xfrm>
        </p:spPr>
        <p:txBody>
          <a:bodyPr wrap="square"/>
          <a:lstStyle/>
          <a:p>
            <a:pPr marL="0" indent="0">
              <a:defRPr/>
              <a:spcAft>
                <a:spcPts val="400"/>
              </a:spcAft>
              <a:buNone/>
            </a:pPr>
            <a:r>
              <a:rPr sz="2000" b="1" i="0">
                <a:solidFill>
                  <a:srgbClr val="FFFFFF"/>
                </a:solidFill>
                <a:latin typeface="Montserrat"/>
              </a:rPr>
              <a:t>План против факта и экономика</a:t>
            </a:r>
            <a:endParaRPr lang="ru-RU" sz="3600">
              <a:solidFill>
                <a:schemeClr val="bg1"/>
              </a:solidFill>
            </a:endParaRPr>
          </a:p>
        </p:txBody>
      </p:sp>
      <p:pic>
        <p:nvPicPr>
          <p:cNvPr id="998090857" name="Picture 998090856" descr="u2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23888" y="1556279"/>
            <a:ext cx="10789619" cy="3745441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bg>
      <p:bgPr shadeToTitle="0">
        <a:blipFill rotWithShape="1">
          <a:blip r:embed="rId3">
            <a:lum/>
          </a:blip>
          <a:stretch/>
        </a:blipFill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010973070" name="Скругленный прямоугольник 9"/>
          <p:cNvSpPr/>
          <p:nvPr/>
        </p:nvSpPr>
        <p:spPr bwMode="auto">
          <a:xfrm>
            <a:off x="346075" y="324562"/>
            <a:ext cx="3111828" cy="620919"/>
          </a:xfrm>
          <a:prstGeom prst="roundRect">
            <a:avLst>
              <a:gd name="adj" fmla="val 18706"/>
            </a:avLst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>
              <a:defRPr/>
            </a:pPr>
            <a:endParaRPr lang="ru-RU" b="1">
              <a:solidFill>
                <a:schemeClr val="accent2"/>
              </a:solidFill>
            </a:endParaRPr>
          </a:p>
        </p:txBody>
      </p:sp>
      <p:sp>
        <p:nvSpPr>
          <p:cNvPr id="1689396954" name="Скругленный прямоугольник 22"/>
          <p:cNvSpPr/>
          <p:nvPr/>
        </p:nvSpPr>
        <p:spPr bwMode="auto">
          <a:xfrm>
            <a:off x="3288425" y="1522006"/>
            <a:ext cx="2672801" cy="4678769"/>
          </a:xfrm>
          <a:prstGeom prst="roundRect">
            <a:avLst>
              <a:gd name="adj" fmla="val 9821"/>
            </a:avLst>
          </a:prstGeom>
          <a:solidFill>
            <a:schemeClr val="bg1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</p:spPr>
        <p:style>
          <a:lnRef idx="0">
            <a:srgbClr val="000000"/>
          </a:lnRef>
          <a:fillRef idx="0">
            <a:srgbClr val="000000"/>
          </a:fillRef>
          <a:effectRef idx="0">
            <a:srgbClr val="000000"/>
          </a:effectRef>
          <a:fontRef idx="minor">
            <a:schemeClr val="accent2"/>
          </a:fontRef>
        </p:style>
        <p:txBody>
          <a:bodyPr rtlCol="0" anchor="t"/>
          <a:lstStyle/>
          <a:p>
            <a:pPr algn="ctr">
              <a:defRPr/>
            </a:pPr>
            <a:endParaRPr lang="ru-RU" b="1">
              <a:solidFill>
                <a:schemeClr val="accent2"/>
              </a:solidFill>
            </a:endParaRPr>
          </a:p>
        </p:txBody>
      </p:sp>
      <p:sp>
        <p:nvSpPr>
          <p:cNvPr id="444082712" name="Скругленный прямоугольник 23"/>
          <p:cNvSpPr/>
          <p:nvPr/>
        </p:nvSpPr>
        <p:spPr bwMode="auto">
          <a:xfrm>
            <a:off x="6230774" y="1522006"/>
            <a:ext cx="2672801" cy="4678769"/>
          </a:xfrm>
          <a:prstGeom prst="roundRect">
            <a:avLst>
              <a:gd name="adj" fmla="val 9821"/>
            </a:avLst>
          </a:prstGeom>
          <a:solidFill>
            <a:schemeClr val="bg1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</p:spPr>
        <p:style>
          <a:lnRef idx="0">
            <a:srgbClr val="000000"/>
          </a:lnRef>
          <a:fillRef idx="0">
            <a:srgbClr val="000000"/>
          </a:fillRef>
          <a:effectRef idx="0">
            <a:srgbClr val="000000"/>
          </a:effectRef>
          <a:fontRef idx="minor">
            <a:schemeClr val="accent2"/>
          </a:fontRef>
        </p:style>
        <p:txBody>
          <a:bodyPr rtlCol="0" anchor="t"/>
          <a:lstStyle/>
          <a:p>
            <a:pPr algn="ctr">
              <a:defRPr/>
            </a:pPr>
            <a:endParaRPr lang="ru-RU" b="1">
              <a:solidFill>
                <a:schemeClr val="accent2"/>
              </a:solidFill>
            </a:endParaRPr>
          </a:p>
        </p:txBody>
      </p:sp>
      <p:sp>
        <p:nvSpPr>
          <p:cNvPr id="1744933735" name="Скругленный прямоугольник 24"/>
          <p:cNvSpPr/>
          <p:nvPr/>
        </p:nvSpPr>
        <p:spPr bwMode="auto">
          <a:xfrm>
            <a:off x="9173123" y="1522006"/>
            <a:ext cx="2672801" cy="4678769"/>
          </a:xfrm>
          <a:prstGeom prst="roundRect">
            <a:avLst>
              <a:gd name="adj" fmla="val 9821"/>
            </a:avLst>
          </a:prstGeom>
          <a:solidFill>
            <a:schemeClr val="bg1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</p:spPr>
        <p:style>
          <a:lnRef idx="0">
            <a:srgbClr val="000000"/>
          </a:lnRef>
          <a:fillRef idx="0">
            <a:srgbClr val="000000"/>
          </a:fillRef>
          <a:effectRef idx="0">
            <a:srgbClr val="000000"/>
          </a:effectRef>
          <a:fontRef idx="minor">
            <a:schemeClr val="accent2"/>
          </a:fontRef>
        </p:style>
        <p:txBody>
          <a:bodyPr rtlCol="0" anchor="t"/>
          <a:lstStyle/>
          <a:p>
            <a:pPr algn="ctr">
              <a:defRPr/>
            </a:pPr>
            <a:endParaRPr lang="ru-RU" b="1">
              <a:solidFill>
                <a:schemeClr val="accent2"/>
              </a:solidFill>
            </a:endParaRPr>
          </a:p>
        </p:txBody>
      </p:sp>
      <p:sp>
        <p:nvSpPr>
          <p:cNvPr id="1086805928" name="Скругленный прямоугольник 26"/>
          <p:cNvSpPr/>
          <p:nvPr/>
        </p:nvSpPr>
        <p:spPr bwMode="auto">
          <a:xfrm>
            <a:off x="346076" y="1522006"/>
            <a:ext cx="2672801" cy="4678769"/>
          </a:xfrm>
          <a:prstGeom prst="roundRect">
            <a:avLst>
              <a:gd name="adj" fmla="val 9821"/>
            </a:avLst>
          </a:prstGeom>
          <a:solidFill>
            <a:schemeClr val="bg1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</p:spPr>
        <p:style>
          <a:lnRef idx="0">
            <a:srgbClr val="000000"/>
          </a:lnRef>
          <a:fillRef idx="0">
            <a:srgbClr val="000000"/>
          </a:fillRef>
          <a:effectRef idx="0">
            <a:srgbClr val="000000"/>
          </a:effectRef>
          <a:fontRef idx="minor">
            <a:schemeClr val="accent2"/>
          </a:fontRef>
        </p:style>
        <p:txBody>
          <a:bodyPr rtlCol="0" anchor="t"/>
          <a:lstStyle/>
          <a:p>
            <a:pPr algn="ctr">
              <a:defRPr/>
            </a:pPr>
            <a:endParaRPr lang="ru-RU" b="1">
              <a:solidFill>
                <a:schemeClr val="accent2"/>
              </a:solidFill>
            </a:endParaRPr>
          </a:p>
        </p:txBody>
      </p:sp>
      <p:sp>
        <p:nvSpPr>
          <p:cNvPr id="2019100884" name="Номер слайда 20"/>
          <p:cNvSpPr>
            <a:spLocks noGrp="1"/>
          </p:cNvSpPr>
          <p:nvPr>
            <p:ph type="sldNum" sz="quarter" idx="4"/>
          </p:nvPr>
        </p:nvSpPr>
        <p:spPr bwMode="auto"/>
        <p:txBody>
          <a:bodyPr/>
          <a:lstStyle/>
          <a:p>
            <a:pPr>
              <a:defRPr/>
            </a:pPr>
            <a:fld id="{52DCC5B9-D646-4B76-891F-6FF4E74E9CB4}" type="slidenum">
              <a:rPr lang="ru-RU">
                <a:solidFill>
                  <a:schemeClr val="bg1"/>
                </a:solidFill>
              </a:rPr>
              <a:t>16</a:t>
            </a:fld>
            <a:endParaRPr lang="ru-RU">
              <a:solidFill>
                <a:schemeClr val="bg1"/>
              </a:solidFill>
            </a:endParaRPr>
          </a:p>
        </p:txBody>
      </p:sp>
      <p:sp>
        <p:nvSpPr>
          <p:cNvPr id="1589578975" name="Текст 1"/>
          <p:cNvSpPr>
            <a:spLocks noGrp="1"/>
          </p:cNvSpPr>
          <p:nvPr>
            <p:ph type="body" sz="quarter" idx="37"/>
          </p:nvPr>
        </p:nvSpPr>
        <p:spPr bwMode="auto">
          <a:xfrm>
            <a:off x="520913" y="2339783"/>
            <a:ext cx="2284071" cy="423628"/>
          </a:xfrm>
        </p:spPr>
        <p:txBody>
          <a:bodyPr wrap="square"/>
          <a:lstStyle/>
          <a:p>
            <a:pPr marL="0" indent="0">
              <a:defRPr/>
              <a:spcAft>
                <a:spcPts val="400"/>
              </a:spcAft>
              <a:buNone/>
            </a:pPr>
            <a:r>
              <a:rPr sz="1500" b="1" i="0">
                <a:solidFill>
                  <a:srgbClr val="520978"/>
                </a:solidFill>
                <a:latin typeface="Montserrat"/>
              </a:rPr>
              <a:t>Восприятие</a:t>
            </a:r>
            <a:endParaRPr lang="ru-RU">
              <a:solidFill>
                <a:srgbClr val="F92571"/>
              </a:solidFill>
            </a:endParaRPr>
          </a:p>
        </p:txBody>
      </p:sp>
      <p:sp>
        <p:nvSpPr>
          <p:cNvPr id="1504762436" name="Текст 2"/>
          <p:cNvSpPr>
            <a:spLocks noGrp="1"/>
          </p:cNvSpPr>
          <p:nvPr>
            <p:ph type="body" sz="quarter" idx="38"/>
          </p:nvPr>
        </p:nvSpPr>
        <p:spPr bwMode="auto">
          <a:xfrm>
            <a:off x="520913" y="3128740"/>
            <a:ext cx="2284071" cy="2797928"/>
          </a:xfrm>
        </p:spPr>
        <p:txBody>
          <a:bodyPr wrap="square"/>
          <a:lstStyle/>
          <a:p>
            <a:pPr marL="0" indent="0">
              <a:defRPr/>
              <a:spcAft>
                <a:spcPts val="300"/>
              </a:spcAft>
              <a:buNone/>
            </a:pPr>
            <a:r>
              <a:rPr sz="1100" b="0" i="0">
                <a:solidFill>
                  <a:srgbClr val="1C1D22"/>
                </a:solidFill>
                <a:latin typeface="Montserrat"/>
              </a:rPr>
              <a:t>Качество кадра, YOLO11, трекинг со склейкой разрывов, привязка к зонам, классификатор состояния.</a:t>
            </a:r>
            <a:endParaRPr lang="ru-RU">
              <a:solidFill>
                <a:schemeClr val="tx1"/>
              </a:solidFill>
            </a:endParaRPr>
          </a:p>
          <a:p>
            <a:pPr marL="0" indent="0">
              <a:defRPr/>
              <a:spcAft>
                <a:spcPts val="300"/>
              </a:spcAft>
              <a:buNone/>
            </a:pPr>
            <a:r>
              <a:rPr sz="1100" b="0" i="0">
                <a:solidFill>
                  <a:srgbClr val="1C1D22"/>
                </a:solidFill>
                <a:latin typeface="Montserrat"/>
              </a:rPr>
              <a:t/>
            </a:r>
            <a:endParaRPr lang="ru-RU">
              <a:solidFill>
                <a:schemeClr val="tx1"/>
              </a:solidFill>
            </a:endParaRPr>
          </a:p>
          <a:p>
            <a:pPr marL="0" indent="0">
              <a:defRPr/>
              <a:spcAft>
                <a:spcPts val="300"/>
              </a:spcAft>
              <a:buNone/>
            </a:pPr>
            <a:r>
              <a:rPr sz="1100" b="0" i="1">
                <a:solidFill>
                  <a:srgbClr val="5A5C66"/>
                </a:solidFill>
                <a:latin typeface="Montserrat"/>
              </a:rPr>
              <a:t>Отдаёт поток детекций.</a:t>
            </a:r>
            <a:endParaRPr lang="ru-RU">
              <a:solidFill>
                <a:schemeClr val="tx1"/>
              </a:solidFill>
            </a:endParaRPr>
          </a:p>
        </p:txBody>
      </p:sp>
      <p:sp>
        <p:nvSpPr>
          <p:cNvPr id="55165520" name="Текст 3"/>
          <p:cNvSpPr>
            <a:spLocks noGrp="1"/>
          </p:cNvSpPr>
          <p:nvPr>
            <p:ph type="body" sz="quarter" idx="39"/>
          </p:nvPr>
        </p:nvSpPr>
        <p:spPr bwMode="auto">
          <a:xfrm>
            <a:off x="3457903" y="2373557"/>
            <a:ext cx="2337416" cy="403756"/>
          </a:xfrm>
        </p:spPr>
        <p:txBody>
          <a:bodyPr wrap="square"/>
          <a:lstStyle/>
          <a:p>
            <a:pPr marL="0" indent="0">
              <a:defRPr/>
              <a:spcAft>
                <a:spcPts val="400"/>
              </a:spcAft>
              <a:buNone/>
            </a:pPr>
            <a:r>
              <a:rPr sz="1500" b="1" i="0">
                <a:solidFill>
                  <a:srgbClr val="520978"/>
                </a:solidFill>
                <a:latin typeface="Montserrat"/>
              </a:rPr>
              <a:t>Аналитика</a:t>
            </a:r>
            <a:endParaRPr lang="ru-RU">
              <a:solidFill>
                <a:srgbClr val="F92571"/>
              </a:solidFill>
            </a:endParaRPr>
          </a:p>
        </p:txBody>
      </p:sp>
      <p:sp>
        <p:nvSpPr>
          <p:cNvPr id="1470346574" name="Текст 4"/>
          <p:cNvSpPr>
            <a:spLocks noGrp="1"/>
          </p:cNvSpPr>
          <p:nvPr>
            <p:ph type="body" sz="quarter" idx="40"/>
          </p:nvPr>
        </p:nvSpPr>
        <p:spPr bwMode="auto">
          <a:xfrm>
            <a:off x="3457903" y="3134070"/>
            <a:ext cx="2337416" cy="2797928"/>
          </a:xfrm>
        </p:spPr>
        <p:txBody>
          <a:bodyPr wrap="square"/>
          <a:lstStyle/>
          <a:p>
            <a:pPr marL="0" indent="0">
              <a:defRPr/>
              <a:spcAft>
                <a:spcPts val="300"/>
              </a:spcAft>
              <a:buNone/>
            </a:pPr>
            <a:r>
              <a:rPr sz="1100" b="0" i="0">
                <a:solidFill>
                  <a:srgbClr val="1C1D22"/>
                </a:solidFill>
                <a:latin typeface="Montserrat"/>
              </a:rPr>
              <a:t>Машино-часы, ресурсный отпечаток, пять правил, индекс выполнения, прогноз, экономика.</a:t>
            </a:r>
            <a:endParaRPr lang="ru-RU">
              <a:solidFill>
                <a:schemeClr val="tx1"/>
              </a:solidFill>
            </a:endParaRPr>
          </a:p>
          <a:p>
            <a:pPr marL="0" indent="0">
              <a:defRPr/>
              <a:spcAft>
                <a:spcPts val="300"/>
              </a:spcAft>
              <a:buNone/>
            </a:pPr>
            <a:r>
              <a:rPr sz="1100" b="0" i="0">
                <a:solidFill>
                  <a:srgbClr val="1C1D22"/>
                </a:solidFill>
                <a:latin typeface="Montserrat"/>
              </a:rPr>
              <a:t/>
            </a:r>
            <a:endParaRPr lang="ru-RU">
              <a:solidFill>
                <a:schemeClr val="tx1"/>
              </a:solidFill>
            </a:endParaRPr>
          </a:p>
          <a:p>
            <a:pPr marL="0" indent="0">
              <a:defRPr/>
              <a:spcAft>
                <a:spcPts val="300"/>
              </a:spcAft>
              <a:buNone/>
            </a:pPr>
            <a:r>
              <a:rPr sz="1100" b="0" i="1">
                <a:solidFill>
                  <a:srgbClr val="5A5C66"/>
                </a:solidFill>
                <a:latin typeface="Montserrat"/>
              </a:rPr>
              <a:t>Отдаёт отклонения.</a:t>
            </a:r>
            <a:endParaRPr lang="ru-RU">
              <a:solidFill>
                <a:schemeClr val="tx1"/>
              </a:solidFill>
            </a:endParaRPr>
          </a:p>
        </p:txBody>
      </p:sp>
      <p:sp>
        <p:nvSpPr>
          <p:cNvPr id="771408131" name="Текст 5"/>
          <p:cNvSpPr>
            <a:spLocks noGrp="1"/>
          </p:cNvSpPr>
          <p:nvPr>
            <p:ph type="body" sz="quarter" idx="41"/>
          </p:nvPr>
        </p:nvSpPr>
        <p:spPr bwMode="auto">
          <a:xfrm>
            <a:off x="6456363" y="2379657"/>
            <a:ext cx="2268537" cy="403913"/>
          </a:xfrm>
        </p:spPr>
        <p:txBody>
          <a:bodyPr wrap="square"/>
          <a:lstStyle/>
          <a:p>
            <a:pPr marL="0" indent="0">
              <a:defRPr/>
              <a:spcAft>
                <a:spcPts val="400"/>
              </a:spcAft>
              <a:buNone/>
            </a:pPr>
            <a:r>
              <a:rPr sz="1500" b="1" i="0">
                <a:solidFill>
                  <a:srgbClr val="520978"/>
                </a:solidFill>
                <a:latin typeface="Montserrat"/>
              </a:rPr>
              <a:t>Сервис</a:t>
            </a:r>
            <a:endParaRPr lang="ru-RU">
              <a:solidFill>
                <a:srgbClr val="F92571"/>
              </a:solidFill>
            </a:endParaRPr>
          </a:p>
        </p:txBody>
      </p:sp>
      <p:sp>
        <p:nvSpPr>
          <p:cNvPr id="1266595172" name="Текст 6"/>
          <p:cNvSpPr>
            <a:spLocks noGrp="1"/>
          </p:cNvSpPr>
          <p:nvPr>
            <p:ph type="body" sz="quarter" idx="42"/>
          </p:nvPr>
        </p:nvSpPr>
        <p:spPr bwMode="auto">
          <a:xfrm>
            <a:off x="6456363" y="3136604"/>
            <a:ext cx="2268537" cy="2797928"/>
          </a:xfrm>
        </p:spPr>
        <p:txBody>
          <a:bodyPr wrap="square"/>
          <a:lstStyle/>
          <a:p>
            <a:pPr marL="0" indent="0">
              <a:defRPr/>
              <a:spcAft>
                <a:spcPts val="300"/>
              </a:spcAft>
              <a:buNone/>
            </a:pPr>
            <a:r>
              <a:rPr sz="1100" b="0" i="0">
                <a:solidFill>
                  <a:srgbClr val="1C1D22"/>
                </a:solidFill>
                <a:latin typeface="Montserrat"/>
              </a:rPr>
              <a:t>FastAPI, двенадцать эндпоинтов, планировщик опроса камер и ночного пересчёта, PDF-акты.</a:t>
            </a:r>
            <a:endParaRPr lang="ru-RU">
              <a:solidFill>
                <a:schemeClr val="tx1"/>
              </a:solidFill>
            </a:endParaRPr>
          </a:p>
          <a:p>
            <a:pPr marL="0" indent="0">
              <a:defRPr/>
              <a:spcAft>
                <a:spcPts val="300"/>
              </a:spcAft>
              <a:buNone/>
            </a:pPr>
            <a:r>
              <a:rPr sz="1100" b="0" i="0">
                <a:solidFill>
                  <a:srgbClr val="1C1D22"/>
                </a:solidFill>
                <a:latin typeface="Montserrat"/>
              </a:rPr>
              <a:t/>
            </a:r>
            <a:endParaRPr lang="ru-RU">
              <a:solidFill>
                <a:schemeClr val="tx1"/>
              </a:solidFill>
            </a:endParaRPr>
          </a:p>
          <a:p>
            <a:pPr marL="0" indent="0">
              <a:defRPr/>
              <a:spcAft>
                <a:spcPts val="300"/>
              </a:spcAft>
              <a:buNone/>
            </a:pPr>
            <a:r>
              <a:rPr sz="1100" b="0" i="1">
                <a:solidFill>
                  <a:srgbClr val="5A5C66"/>
                </a:solidFill>
                <a:latin typeface="Montserrat"/>
              </a:rPr>
              <a:t>Отдаёт REST и поток событий.</a:t>
            </a:r>
            <a:endParaRPr lang="ru-RU">
              <a:solidFill>
                <a:schemeClr val="tx1"/>
              </a:solidFill>
            </a:endParaRPr>
          </a:p>
        </p:txBody>
      </p:sp>
      <p:sp>
        <p:nvSpPr>
          <p:cNvPr id="1256866908" name="Текст 7"/>
          <p:cNvSpPr>
            <a:spLocks noGrp="1"/>
          </p:cNvSpPr>
          <p:nvPr>
            <p:ph type="body" sz="quarter" idx="43"/>
          </p:nvPr>
        </p:nvSpPr>
        <p:spPr bwMode="auto">
          <a:xfrm>
            <a:off x="9407534" y="2339783"/>
            <a:ext cx="2263553" cy="423628"/>
          </a:xfrm>
        </p:spPr>
        <p:txBody>
          <a:bodyPr wrap="square"/>
          <a:lstStyle/>
          <a:p>
            <a:pPr marL="0" indent="0">
              <a:defRPr/>
              <a:spcAft>
                <a:spcPts val="400"/>
              </a:spcAft>
              <a:buNone/>
            </a:pPr>
            <a:r>
              <a:rPr sz="1500" b="1" i="0">
                <a:solidFill>
                  <a:srgbClr val="520978"/>
                </a:solidFill>
                <a:latin typeface="Montserrat"/>
              </a:rPr>
              <a:t>Интерфейс</a:t>
            </a:r>
            <a:endParaRPr lang="ru-RU">
              <a:solidFill>
                <a:srgbClr val="F92571"/>
              </a:solidFill>
            </a:endParaRPr>
          </a:p>
        </p:txBody>
      </p:sp>
      <p:sp>
        <p:nvSpPr>
          <p:cNvPr id="594388217" name="Текст 8"/>
          <p:cNvSpPr>
            <a:spLocks noGrp="1"/>
          </p:cNvSpPr>
          <p:nvPr>
            <p:ph type="body" sz="quarter" idx="44"/>
          </p:nvPr>
        </p:nvSpPr>
        <p:spPr bwMode="auto">
          <a:xfrm>
            <a:off x="9407534" y="3128739"/>
            <a:ext cx="2263553" cy="2797928"/>
          </a:xfrm>
        </p:spPr>
        <p:txBody>
          <a:bodyPr wrap="square"/>
          <a:lstStyle/>
          <a:p>
            <a:pPr marL="0" indent="0">
              <a:defRPr/>
              <a:spcAft>
                <a:spcPts val="300"/>
              </a:spcAft>
              <a:buNone/>
            </a:pPr>
            <a:r>
              <a:rPr sz="1100" b="0" i="0">
                <a:solidFill>
                  <a:srgbClr val="1C1D22"/>
                </a:solidFill>
                <a:latin typeface="Montserrat"/>
              </a:rPr>
              <a:t>React и TypeScript, пять экранов: настройка, площадка сейчас, график, отклонения, экономика.</a:t>
            </a:r>
            <a:endParaRPr lang="ru-RU">
              <a:solidFill>
                <a:schemeClr val="tx1"/>
              </a:solidFill>
            </a:endParaRPr>
          </a:p>
          <a:p>
            <a:pPr marL="0" indent="0">
              <a:defRPr/>
              <a:spcAft>
                <a:spcPts val="300"/>
              </a:spcAft>
              <a:buNone/>
            </a:pPr>
            <a:r>
              <a:rPr sz="1100" b="0" i="0">
                <a:solidFill>
                  <a:srgbClr val="1C1D22"/>
                </a:solidFill>
                <a:latin typeface="Montserrat"/>
              </a:rPr>
              <a:t/>
            </a:r>
            <a:endParaRPr lang="ru-RU">
              <a:solidFill>
                <a:schemeClr val="tx1"/>
              </a:solidFill>
            </a:endParaRPr>
          </a:p>
          <a:p>
            <a:pPr marL="0" indent="0">
              <a:defRPr/>
              <a:spcAft>
                <a:spcPts val="300"/>
              </a:spcAft>
              <a:buNone/>
            </a:pPr>
            <a:r>
              <a:rPr sz="1100" b="0" i="1">
                <a:solidFill>
                  <a:srgbClr val="5A5C66"/>
                </a:solidFill>
                <a:latin typeface="Montserrat"/>
              </a:rPr>
              <a:t>Отдаёт то, что видит прораб.</a:t>
            </a:r>
            <a:endParaRPr lang="ru-RU">
              <a:solidFill>
                <a:schemeClr val="tx1"/>
              </a:solidFill>
            </a:endParaRPr>
          </a:p>
        </p:txBody>
      </p:sp>
      <p:sp>
        <p:nvSpPr>
          <p:cNvPr id="346257705" name="Заголовок 13"/>
          <p:cNvSpPr>
            <a:spLocks noGrp="1"/>
          </p:cNvSpPr>
          <p:nvPr>
            <p:ph type="title"/>
          </p:nvPr>
        </p:nvSpPr>
        <p:spPr bwMode="auto">
          <a:xfrm>
            <a:off x="525817" y="421226"/>
            <a:ext cx="9862734" cy="376138"/>
          </a:xfrm>
        </p:spPr>
        <p:txBody>
          <a:bodyPr wrap="square"/>
          <a:lstStyle/>
          <a:p>
            <a:pPr marL="0" indent="0">
              <a:defRPr/>
              <a:spcAft>
                <a:spcPts val="400"/>
              </a:spcAft>
              <a:buNone/>
            </a:pPr>
            <a:r>
              <a:rPr sz="1600" b="1" i="0">
                <a:solidFill>
                  <a:srgbClr val="FFFFFF"/>
                </a:solidFill>
                <a:latin typeface="Montserrat"/>
              </a:rPr>
              <a:t>АРХИТЕКТУРА</a:t>
            </a:r>
            <a:endParaRPr lang="ru-RU"/>
          </a:p>
        </p:txBody>
      </p:sp>
      <p:sp>
        <p:nvSpPr>
          <p:cNvPr id="571218468" name="Текст 14"/>
          <p:cNvSpPr>
            <a:spLocks noGrp="1"/>
          </p:cNvSpPr>
          <p:nvPr>
            <p:ph type="body" sz="quarter" idx="49"/>
          </p:nvPr>
        </p:nvSpPr>
        <p:spPr bwMode="auto">
          <a:xfrm>
            <a:off x="520913" y="1772415"/>
            <a:ext cx="771003" cy="423628"/>
          </a:xfrm>
        </p:spPr>
        <p:txBody>
          <a:bodyPr wrap="square"/>
          <a:lstStyle/>
          <a:p>
            <a:pPr marL="0" indent="0">
              <a:defRPr/>
              <a:spcAft>
                <a:spcPts val="400"/>
              </a:spcAft>
              <a:buNone/>
            </a:pPr>
            <a:r>
              <a:rPr sz="2200" b="1" i="0">
                <a:solidFill>
                  <a:srgbClr val="FF0053"/>
                </a:solidFill>
                <a:latin typeface="Montserrat"/>
              </a:rPr>
              <a:t>01</a:t>
            </a:r>
            <a:endParaRPr lang="ru-RU" b="1">
              <a:solidFill>
                <a:schemeClr val="accent5"/>
              </a:solidFill>
            </a:endParaRPr>
          </a:p>
        </p:txBody>
      </p:sp>
      <p:sp>
        <p:nvSpPr>
          <p:cNvPr id="599435587" name="Текст 15"/>
          <p:cNvSpPr>
            <a:spLocks noGrp="1"/>
          </p:cNvSpPr>
          <p:nvPr>
            <p:ph type="body" sz="quarter" idx="50"/>
          </p:nvPr>
        </p:nvSpPr>
        <p:spPr bwMode="auto">
          <a:xfrm>
            <a:off x="3449944" y="1766200"/>
            <a:ext cx="771003" cy="403756"/>
          </a:xfrm>
        </p:spPr>
        <p:txBody>
          <a:bodyPr wrap="square"/>
          <a:lstStyle/>
          <a:p>
            <a:pPr marL="0" indent="0">
              <a:defRPr/>
              <a:spcAft>
                <a:spcPts val="400"/>
              </a:spcAft>
              <a:buNone/>
            </a:pPr>
            <a:r>
              <a:rPr sz="2200" b="1" i="0">
                <a:solidFill>
                  <a:srgbClr val="FF0053"/>
                </a:solidFill>
                <a:latin typeface="Montserrat"/>
              </a:rPr>
              <a:t>02</a:t>
            </a:r>
            <a:endParaRPr lang="ru-RU" b="1">
              <a:solidFill>
                <a:schemeClr val="accent5"/>
              </a:solidFill>
            </a:endParaRPr>
          </a:p>
        </p:txBody>
      </p:sp>
      <p:sp>
        <p:nvSpPr>
          <p:cNvPr id="710131927" name="Текст 16"/>
          <p:cNvSpPr>
            <a:spLocks noGrp="1"/>
          </p:cNvSpPr>
          <p:nvPr>
            <p:ph type="body" sz="quarter" idx="51"/>
          </p:nvPr>
        </p:nvSpPr>
        <p:spPr bwMode="auto">
          <a:xfrm>
            <a:off x="6456363" y="1766043"/>
            <a:ext cx="771003" cy="403913"/>
          </a:xfrm>
        </p:spPr>
        <p:txBody>
          <a:bodyPr wrap="square"/>
          <a:lstStyle/>
          <a:p>
            <a:pPr marL="0" indent="0">
              <a:defRPr/>
              <a:spcAft>
                <a:spcPts val="400"/>
              </a:spcAft>
              <a:buNone/>
            </a:pPr>
            <a:r>
              <a:rPr sz="2200" b="1" i="0">
                <a:solidFill>
                  <a:srgbClr val="FF0053"/>
                </a:solidFill>
                <a:latin typeface="Montserrat"/>
              </a:rPr>
              <a:t>03</a:t>
            </a:r>
            <a:endParaRPr lang="ru-RU" b="1">
              <a:solidFill>
                <a:schemeClr val="accent5"/>
              </a:solidFill>
            </a:endParaRPr>
          </a:p>
        </p:txBody>
      </p:sp>
      <p:sp>
        <p:nvSpPr>
          <p:cNvPr id="1302069095" name="Текст 17"/>
          <p:cNvSpPr>
            <a:spLocks noGrp="1"/>
          </p:cNvSpPr>
          <p:nvPr>
            <p:ph type="body" sz="quarter" idx="52"/>
          </p:nvPr>
        </p:nvSpPr>
        <p:spPr bwMode="auto">
          <a:xfrm>
            <a:off x="9407534" y="1772415"/>
            <a:ext cx="771003" cy="423628"/>
          </a:xfrm>
        </p:spPr>
        <p:txBody>
          <a:bodyPr wrap="square"/>
          <a:lstStyle/>
          <a:p>
            <a:pPr marL="0" indent="0">
              <a:defRPr/>
              <a:spcAft>
                <a:spcPts val="400"/>
              </a:spcAft>
              <a:buNone/>
            </a:pPr>
            <a:r>
              <a:rPr sz="2200" b="1" i="0">
                <a:solidFill>
                  <a:srgbClr val="FF0053"/>
                </a:solidFill>
                <a:latin typeface="Montserrat"/>
              </a:rPr>
              <a:t>04</a:t>
            </a:r>
            <a:endParaRPr lang="ru-RU" b="1">
              <a:solidFill>
                <a:schemeClr val="accent5"/>
              </a:solidFill>
            </a:endParaRPr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bg>
      <p:bgPr shadeToTitle="0">
        <a:blipFill rotWithShape="1">
          <a:blip r:embed="rId3">
            <a:lum/>
          </a:blip>
          <a:stretch/>
        </a:blipFill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353536001" name="Скругленный прямоугольник 7"/>
          <p:cNvSpPr/>
          <p:nvPr/>
        </p:nvSpPr>
        <p:spPr bwMode="auto">
          <a:xfrm>
            <a:off x="4419477" y="1522006"/>
            <a:ext cx="3399397" cy="4678769"/>
          </a:xfrm>
          <a:prstGeom prst="roundRect">
            <a:avLst>
              <a:gd name="adj" fmla="val 9821"/>
            </a:avLst>
          </a:prstGeom>
          <a:solidFill>
            <a:schemeClr val="bg1"/>
          </a:solidFill>
          <a:ln w="9525" cap="flat" cmpd="sng" algn="ctr">
            <a:solidFill>
              <a:schemeClr val="accent5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rgbClr val="000000"/>
          </a:lnRef>
          <a:fillRef idx="0">
            <a:srgbClr val="000000"/>
          </a:fillRef>
          <a:effectRef idx="0">
            <a:srgbClr val="000000"/>
          </a:effectRef>
          <a:fontRef idx="minor">
            <a:schemeClr val="accent2"/>
          </a:fontRef>
        </p:style>
        <p:txBody>
          <a:bodyPr rtlCol="0" anchor="t"/>
          <a:lstStyle/>
          <a:p>
            <a:pPr algn="ctr">
              <a:defRPr/>
            </a:pPr>
            <a:endParaRPr lang="ru-RU" b="1">
              <a:solidFill>
                <a:schemeClr val="accent2"/>
              </a:solidFill>
            </a:endParaRPr>
          </a:p>
        </p:txBody>
      </p:sp>
      <p:sp>
        <p:nvSpPr>
          <p:cNvPr id="579374922" name="Скругленный прямоугольник 8"/>
          <p:cNvSpPr/>
          <p:nvPr/>
        </p:nvSpPr>
        <p:spPr bwMode="auto">
          <a:xfrm>
            <a:off x="8365957" y="1522006"/>
            <a:ext cx="3248506" cy="4678769"/>
          </a:xfrm>
          <a:prstGeom prst="roundRect">
            <a:avLst>
              <a:gd name="adj" fmla="val 9821"/>
            </a:avLst>
          </a:prstGeom>
          <a:solidFill>
            <a:schemeClr val="bg1"/>
          </a:solidFill>
          <a:ln w="9525" cap="flat" cmpd="sng" algn="ctr">
            <a:solidFill>
              <a:schemeClr val="accent5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rgbClr val="000000"/>
          </a:lnRef>
          <a:fillRef idx="0">
            <a:srgbClr val="000000"/>
          </a:fillRef>
          <a:effectRef idx="0">
            <a:srgbClr val="000000"/>
          </a:effectRef>
          <a:fontRef idx="minor">
            <a:schemeClr val="accent2"/>
          </a:fontRef>
        </p:style>
        <p:txBody>
          <a:bodyPr rtlCol="0" anchor="t"/>
          <a:lstStyle/>
          <a:p>
            <a:pPr algn="ctr">
              <a:defRPr/>
            </a:pPr>
            <a:endParaRPr lang="ru-RU" b="1">
              <a:solidFill>
                <a:schemeClr val="accent2"/>
              </a:solidFill>
            </a:endParaRPr>
          </a:p>
        </p:txBody>
      </p:sp>
      <p:sp>
        <p:nvSpPr>
          <p:cNvPr id="1714691347" name="Скругленный прямоугольник 9"/>
          <p:cNvSpPr/>
          <p:nvPr/>
        </p:nvSpPr>
        <p:spPr bwMode="auto">
          <a:xfrm>
            <a:off x="623888" y="1522006"/>
            <a:ext cx="3248506" cy="4678769"/>
          </a:xfrm>
          <a:prstGeom prst="roundRect">
            <a:avLst>
              <a:gd name="adj" fmla="val 9821"/>
            </a:avLst>
          </a:prstGeom>
          <a:solidFill>
            <a:schemeClr val="bg1"/>
          </a:solidFill>
          <a:ln w="9525" cap="flat" cmpd="sng" algn="ctr">
            <a:solidFill>
              <a:schemeClr val="accent5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rgbClr val="000000"/>
          </a:lnRef>
          <a:fillRef idx="0">
            <a:srgbClr val="000000"/>
          </a:fillRef>
          <a:effectRef idx="0">
            <a:srgbClr val="000000"/>
          </a:effectRef>
          <a:fontRef idx="minor">
            <a:schemeClr val="accent2"/>
          </a:fontRef>
        </p:style>
        <p:txBody>
          <a:bodyPr rtlCol="0" anchor="t"/>
          <a:lstStyle/>
          <a:p>
            <a:pPr algn="ctr">
              <a:defRPr/>
            </a:pPr>
            <a:endParaRPr lang="ru-RU" b="1">
              <a:solidFill>
                <a:schemeClr val="accent2"/>
              </a:solidFill>
            </a:endParaRPr>
          </a:p>
        </p:txBody>
      </p:sp>
      <p:sp>
        <p:nvSpPr>
          <p:cNvPr id="1443598257" name="Номер слайда 20"/>
          <p:cNvSpPr>
            <a:spLocks noGrp="1"/>
          </p:cNvSpPr>
          <p:nvPr>
            <p:ph type="sldNum" sz="quarter" idx="4"/>
          </p:nvPr>
        </p:nvSpPr>
        <p:spPr bwMode="auto"/>
        <p:txBody>
          <a:bodyPr/>
          <a:lstStyle/>
          <a:p>
            <a:pPr>
              <a:defRPr/>
            </a:pPr>
            <a:fld id="{52DCC5B9-D646-4B76-891F-6FF4E74E9CB4}" type="slidenum">
              <a:rPr lang="ru-RU">
                <a:solidFill>
                  <a:schemeClr val="accent5"/>
                </a:solidFill>
              </a:rPr>
              <a:t>17</a:t>
            </a:fld>
            <a:endParaRPr lang="ru-RU">
              <a:solidFill>
                <a:schemeClr val="accent5"/>
              </a:solidFill>
            </a:endParaRPr>
          </a:p>
        </p:txBody>
      </p:sp>
      <p:sp>
        <p:nvSpPr>
          <p:cNvPr id="1394445738" name="Текст 1"/>
          <p:cNvSpPr>
            <a:spLocks noGrp="1"/>
          </p:cNvSpPr>
          <p:nvPr>
            <p:ph type="body" sz="quarter" idx="37"/>
          </p:nvPr>
        </p:nvSpPr>
        <p:spPr bwMode="auto">
          <a:xfrm>
            <a:off x="780565" y="2493074"/>
            <a:ext cx="2965634" cy="423628"/>
          </a:xfrm>
        </p:spPr>
        <p:txBody>
          <a:bodyPr wrap="square"/>
          <a:lstStyle/>
          <a:p>
            <a:pPr marL="0" indent="0">
              <a:defRPr/>
              <a:spcAft>
                <a:spcPts val="400"/>
              </a:spcAft>
              <a:buNone/>
            </a:pPr>
            <a:r>
              <a:rPr sz="1500" b="1" i="0">
                <a:solidFill>
                  <a:srgbClr val="520978"/>
                </a:solidFill>
                <a:latin typeface="Montserrat"/>
              </a:rPr>
              <a:t>Машино-часы, а не факт присутствия</a:t>
            </a:r>
            <a:endParaRPr lang="ru-RU" sz="1800">
              <a:solidFill>
                <a:srgbClr val="F92571"/>
              </a:solidFill>
            </a:endParaRPr>
          </a:p>
        </p:txBody>
      </p:sp>
      <p:sp>
        <p:nvSpPr>
          <p:cNvPr id="1567636872" name="Текст 2"/>
          <p:cNvSpPr>
            <a:spLocks noGrp="1"/>
          </p:cNvSpPr>
          <p:nvPr>
            <p:ph type="body" sz="quarter" idx="38"/>
          </p:nvPr>
        </p:nvSpPr>
        <p:spPr bwMode="auto">
          <a:xfrm>
            <a:off x="780565" y="3128740"/>
            <a:ext cx="2965633" cy="2797928"/>
          </a:xfrm>
        </p:spPr>
        <p:txBody>
          <a:bodyPr wrap="square"/>
          <a:lstStyle/>
          <a:p>
            <a:pPr marL="0" indent="0">
              <a:defRPr/>
              <a:spcAft>
                <a:spcPts val="400"/>
              </a:spcAft>
              <a:buNone/>
            </a:pPr>
            <a:r>
              <a:rPr sz="1200" b="0" i="0">
                <a:solidFill>
                  <a:srgbClr val="1C1D22"/>
                </a:solidFill>
                <a:latin typeface="Montserrat"/>
              </a:rPr>
              <a:t>Типовое решение отвечает «техника есть». Машино-час — единица графика и сметы, поэтому из него сразу следуют индекс выполнения, прогноз срыва и рубли простоя.</a:t>
            </a:r>
            <a:endParaRPr lang="ru-RU">
              <a:solidFill>
                <a:schemeClr val="tx1"/>
              </a:solidFill>
            </a:endParaRPr>
          </a:p>
        </p:txBody>
      </p:sp>
      <p:sp>
        <p:nvSpPr>
          <p:cNvPr id="2085201651" name="Текст 3"/>
          <p:cNvSpPr>
            <a:spLocks noGrp="1"/>
          </p:cNvSpPr>
          <p:nvPr>
            <p:ph type="body" sz="quarter" idx="39"/>
          </p:nvPr>
        </p:nvSpPr>
        <p:spPr bwMode="auto">
          <a:xfrm>
            <a:off x="4623178" y="2493074"/>
            <a:ext cx="3034896" cy="403756"/>
          </a:xfrm>
        </p:spPr>
        <p:txBody>
          <a:bodyPr wrap="square"/>
          <a:lstStyle/>
          <a:p>
            <a:pPr marL="0" indent="0">
              <a:defRPr/>
              <a:spcAft>
                <a:spcPts val="400"/>
              </a:spcAft>
              <a:buNone/>
            </a:pPr>
            <a:r>
              <a:rPr sz="1500" b="1" i="0">
                <a:solidFill>
                  <a:srgbClr val="520978"/>
                </a:solidFill>
                <a:latin typeface="Montserrat"/>
              </a:rPr>
              <a:t>Отказ вместо догадки</a:t>
            </a:r>
            <a:endParaRPr lang="ru-RU" sz="1800">
              <a:solidFill>
                <a:srgbClr val="F92571"/>
              </a:solidFill>
            </a:endParaRPr>
          </a:p>
        </p:txBody>
      </p:sp>
      <p:sp>
        <p:nvSpPr>
          <p:cNvPr id="1081880462" name="Текст 4"/>
          <p:cNvSpPr>
            <a:spLocks noGrp="1"/>
          </p:cNvSpPr>
          <p:nvPr>
            <p:ph type="body" sz="quarter" idx="40"/>
          </p:nvPr>
        </p:nvSpPr>
        <p:spPr bwMode="auto">
          <a:xfrm>
            <a:off x="4623178" y="3128740"/>
            <a:ext cx="3034896" cy="2797928"/>
          </a:xfrm>
        </p:spPr>
        <p:txBody>
          <a:bodyPr wrap="square"/>
          <a:lstStyle/>
          <a:p>
            <a:pPr marL="0" indent="0">
              <a:defRPr/>
              <a:spcAft>
                <a:spcPts val="400"/>
              </a:spcAft>
              <a:buNone/>
            </a:pPr>
            <a:r>
              <a:rPr sz="1200" b="0" i="0">
                <a:solidFill>
                  <a:srgbClr val="1C1D22"/>
                </a:solidFill>
                <a:latin typeface="Montserrat"/>
              </a:rPr>
              <a:t>При плохом кадре или нехватке данных система не выдаёт отклонение вовсе, а помечает низкое доверие. Ложная тревога подрывает доверие прораба дороже, чем пропущенная.</a:t>
            </a:r>
            <a:endParaRPr lang="ru-RU">
              <a:solidFill>
                <a:schemeClr val="tx1"/>
              </a:solidFill>
            </a:endParaRPr>
          </a:p>
        </p:txBody>
      </p:sp>
      <p:sp>
        <p:nvSpPr>
          <p:cNvPr id="1388654931" name="Текст 5"/>
          <p:cNvSpPr>
            <a:spLocks noGrp="1"/>
          </p:cNvSpPr>
          <p:nvPr>
            <p:ph type="body" sz="quarter" idx="41"/>
          </p:nvPr>
        </p:nvSpPr>
        <p:spPr bwMode="auto">
          <a:xfrm>
            <a:off x="8547959" y="2493074"/>
            <a:ext cx="2945464" cy="403913"/>
          </a:xfrm>
        </p:spPr>
        <p:txBody>
          <a:bodyPr wrap="square"/>
          <a:lstStyle/>
          <a:p>
            <a:pPr marL="0" indent="0">
              <a:defRPr/>
              <a:spcAft>
                <a:spcPts val="400"/>
              </a:spcAft>
              <a:buNone/>
            </a:pPr>
            <a:r>
              <a:rPr sz="1500" b="1" i="0">
                <a:solidFill>
                  <a:srgbClr val="520978"/>
                </a:solidFill>
                <a:latin typeface="Montserrat"/>
              </a:rPr>
              <a:t>Методика в конфигурации</a:t>
            </a:r>
            <a:endParaRPr lang="ru-RU" sz="1800">
              <a:solidFill>
                <a:srgbClr val="F92571"/>
              </a:solidFill>
            </a:endParaRPr>
          </a:p>
        </p:txBody>
      </p:sp>
      <p:sp>
        <p:nvSpPr>
          <p:cNvPr id="439493923" name="Текст 6"/>
          <p:cNvSpPr>
            <a:spLocks noGrp="1"/>
          </p:cNvSpPr>
          <p:nvPr>
            <p:ph type="body" sz="quarter" idx="42"/>
          </p:nvPr>
        </p:nvSpPr>
        <p:spPr bwMode="auto">
          <a:xfrm>
            <a:off x="8547959" y="3128740"/>
            <a:ext cx="2945464" cy="2797928"/>
          </a:xfrm>
        </p:spPr>
        <p:txBody>
          <a:bodyPr wrap="square"/>
          <a:lstStyle/>
          <a:p>
            <a:pPr marL="0" indent="0">
              <a:defRPr/>
              <a:spcAft>
                <a:spcPts val="400"/>
              </a:spcAft>
              <a:buNone/>
            </a:pPr>
            <a:r>
              <a:rPr sz="1200" b="0" i="0">
                <a:solidFill>
                  <a:srgbClr val="1C1D22"/>
                </a:solidFill>
                <a:latin typeface="Montserrat"/>
              </a:rPr>
              <a:t>Ни одного порога в коде. Ресурсные отпечатки, веса и границы правил лежат отдельными файлами — их правит технолог, а не программист.</a:t>
            </a:r>
            <a:endParaRPr lang="ru-RU">
              <a:solidFill>
                <a:schemeClr val="tx1"/>
              </a:solidFill>
            </a:endParaRPr>
          </a:p>
        </p:txBody>
      </p:sp>
      <p:sp>
        <p:nvSpPr>
          <p:cNvPr id="72502123" name="Заголовок 13"/>
          <p:cNvSpPr>
            <a:spLocks noGrp="1"/>
          </p:cNvSpPr>
          <p:nvPr>
            <p:ph type="title"/>
          </p:nvPr>
        </p:nvSpPr>
        <p:spPr bwMode="auto">
          <a:xfrm>
            <a:off x="525816" y="335426"/>
            <a:ext cx="11331221" cy="376138"/>
          </a:xfrm>
        </p:spPr>
        <p:txBody>
          <a:bodyPr wrap="square"/>
          <a:lstStyle/>
          <a:p>
            <a:pPr marL="0" indent="0">
              <a:defRPr/>
              <a:spcAft>
                <a:spcPts val="400"/>
              </a:spcAft>
              <a:buNone/>
            </a:pPr>
            <a:r>
              <a:rPr sz="1600" b="1" i="0">
                <a:solidFill>
                  <a:srgbClr val="FFFFFF"/>
                </a:solidFill>
                <a:latin typeface="Montserrat"/>
              </a:rPr>
              <a:t>ЧЕМ ОТЛИЧАЕТСЯ</a:t>
            </a:r>
            <a:endParaRPr lang="ru-RU">
              <a:solidFill>
                <a:schemeClr val="accent5"/>
              </a:solidFill>
            </a:endParaRPr>
          </a:p>
        </p:txBody>
      </p:sp>
      <p:sp>
        <p:nvSpPr>
          <p:cNvPr id="106812137" name="Текст 14"/>
          <p:cNvSpPr>
            <a:spLocks noGrp="1"/>
          </p:cNvSpPr>
          <p:nvPr>
            <p:ph type="body" sz="quarter" idx="49"/>
          </p:nvPr>
        </p:nvSpPr>
        <p:spPr bwMode="auto">
          <a:xfrm>
            <a:off x="780565" y="1772415"/>
            <a:ext cx="1311031" cy="601141"/>
          </a:xfrm>
        </p:spPr>
        <p:txBody>
          <a:bodyPr wrap="square"/>
          <a:lstStyle/>
          <a:p>
            <a:pPr marL="0" indent="0">
              <a:defRPr/>
              <a:spcAft>
                <a:spcPts val="400"/>
              </a:spcAft>
              <a:buNone/>
            </a:pPr>
            <a:r>
              <a:rPr sz="2200" b="1" i="0">
                <a:solidFill>
                  <a:srgbClr val="FF0053"/>
                </a:solidFill>
                <a:latin typeface="Montserrat"/>
              </a:rPr>
              <a:t>01</a:t>
            </a:r>
            <a:endParaRPr lang="ru-RU" sz="4400" b="1">
              <a:solidFill>
                <a:schemeClr val="accent5"/>
              </a:solidFill>
            </a:endParaRPr>
          </a:p>
        </p:txBody>
      </p:sp>
      <p:sp>
        <p:nvSpPr>
          <p:cNvPr id="1687803994" name="Текст 15"/>
          <p:cNvSpPr>
            <a:spLocks noGrp="1"/>
          </p:cNvSpPr>
          <p:nvPr>
            <p:ph type="body" sz="quarter" idx="50"/>
          </p:nvPr>
        </p:nvSpPr>
        <p:spPr bwMode="auto">
          <a:xfrm>
            <a:off x="4615219" y="1766200"/>
            <a:ext cx="1311031" cy="572942"/>
          </a:xfrm>
        </p:spPr>
        <p:txBody>
          <a:bodyPr wrap="square"/>
          <a:lstStyle/>
          <a:p>
            <a:pPr marL="0" indent="0">
              <a:defRPr/>
              <a:spcAft>
                <a:spcPts val="400"/>
              </a:spcAft>
              <a:buNone/>
            </a:pPr>
            <a:r>
              <a:rPr sz="2200" b="1" i="0">
                <a:solidFill>
                  <a:srgbClr val="FF0053"/>
                </a:solidFill>
                <a:latin typeface="Montserrat"/>
              </a:rPr>
              <a:t>02</a:t>
            </a:r>
            <a:endParaRPr lang="ru-RU" sz="4400" b="1">
              <a:solidFill>
                <a:schemeClr val="accent5"/>
              </a:solidFill>
            </a:endParaRPr>
          </a:p>
        </p:txBody>
      </p:sp>
      <p:sp>
        <p:nvSpPr>
          <p:cNvPr id="374963799" name="Текст 16"/>
          <p:cNvSpPr>
            <a:spLocks noGrp="1"/>
          </p:cNvSpPr>
          <p:nvPr>
            <p:ph type="body" sz="quarter" idx="51"/>
          </p:nvPr>
        </p:nvSpPr>
        <p:spPr bwMode="auto">
          <a:xfrm>
            <a:off x="8547959" y="1766043"/>
            <a:ext cx="1311031" cy="573165"/>
          </a:xfrm>
        </p:spPr>
        <p:txBody>
          <a:bodyPr wrap="square"/>
          <a:lstStyle/>
          <a:p>
            <a:pPr marL="0" indent="0">
              <a:defRPr/>
              <a:spcAft>
                <a:spcPts val="400"/>
              </a:spcAft>
              <a:buNone/>
            </a:pPr>
            <a:r>
              <a:rPr sz="2200" b="1" i="0">
                <a:solidFill>
                  <a:srgbClr val="FF0053"/>
                </a:solidFill>
                <a:latin typeface="Montserrat"/>
              </a:rPr>
              <a:t>03</a:t>
            </a:r>
            <a:endParaRPr lang="ru-RU" sz="4400" b="1">
              <a:solidFill>
                <a:schemeClr val="accent5"/>
              </a:solidFill>
            </a:endParaRPr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bg>
      <p:bgPr shadeToTitle="0">
        <a:blipFill rotWithShape="1">
          <a:blip r:embed="rId3">
            <a:lum/>
          </a:blip>
          <a:stretch/>
        </a:blipFill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220233629" name="Скругленный прямоугольник 13"/>
          <p:cNvSpPr/>
          <p:nvPr/>
        </p:nvSpPr>
        <p:spPr bwMode="auto">
          <a:xfrm>
            <a:off x="6286500" y="4747188"/>
            <a:ext cx="5570538" cy="1666934"/>
          </a:xfrm>
          <a:prstGeom prst="roundRect">
            <a:avLst>
              <a:gd name="adj" fmla="val 8775"/>
            </a:avLst>
          </a:prstGeom>
          <a:solidFill>
            <a:schemeClr val="bg1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</p:spPr>
        <p:style>
          <a:lnRef idx="0">
            <a:srgbClr val="000000"/>
          </a:lnRef>
          <a:fillRef idx="0">
            <a:srgbClr val="000000"/>
          </a:fillRef>
          <a:effectRef idx="0">
            <a:srgbClr val="000000"/>
          </a:effectRef>
          <a:fontRef idx="minor">
            <a:schemeClr val="accent2"/>
          </a:fontRef>
        </p:style>
        <p:txBody>
          <a:bodyPr rtlCol="0" anchor="t"/>
          <a:lstStyle/>
          <a:p>
            <a:pPr algn="ctr">
              <a:defRPr/>
            </a:pPr>
            <a:endParaRPr lang="ru-RU" b="1">
              <a:solidFill>
                <a:schemeClr val="tx1"/>
              </a:solidFill>
            </a:endParaRPr>
          </a:p>
        </p:txBody>
      </p:sp>
      <p:sp>
        <p:nvSpPr>
          <p:cNvPr id="1751016439" name="Скругленный прямоугольник 11"/>
          <p:cNvSpPr/>
          <p:nvPr/>
        </p:nvSpPr>
        <p:spPr bwMode="auto">
          <a:xfrm>
            <a:off x="6286500" y="2832356"/>
            <a:ext cx="5570538" cy="1666934"/>
          </a:xfrm>
          <a:prstGeom prst="roundRect">
            <a:avLst>
              <a:gd name="adj" fmla="val 8775"/>
            </a:avLst>
          </a:prstGeom>
          <a:solidFill>
            <a:schemeClr val="bg1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</p:spPr>
        <p:style>
          <a:lnRef idx="0">
            <a:srgbClr val="000000"/>
          </a:lnRef>
          <a:fillRef idx="0">
            <a:srgbClr val="000000"/>
          </a:fillRef>
          <a:effectRef idx="0">
            <a:srgbClr val="000000"/>
          </a:effectRef>
          <a:fontRef idx="minor">
            <a:schemeClr val="accent2"/>
          </a:fontRef>
        </p:style>
        <p:txBody>
          <a:bodyPr rtlCol="0" anchor="t"/>
          <a:lstStyle/>
          <a:p>
            <a:pPr algn="ctr">
              <a:defRPr/>
            </a:pPr>
            <a:endParaRPr lang="ru-RU" b="1">
              <a:solidFill>
                <a:schemeClr val="tx1"/>
              </a:solidFill>
            </a:endParaRPr>
          </a:p>
        </p:txBody>
      </p:sp>
      <p:sp>
        <p:nvSpPr>
          <p:cNvPr id="1876022891" name="Скругленный прямоугольник 10"/>
          <p:cNvSpPr/>
          <p:nvPr/>
        </p:nvSpPr>
        <p:spPr bwMode="auto">
          <a:xfrm>
            <a:off x="6286500" y="917525"/>
            <a:ext cx="5570538" cy="1666934"/>
          </a:xfrm>
          <a:prstGeom prst="roundRect">
            <a:avLst>
              <a:gd name="adj" fmla="val 8775"/>
            </a:avLst>
          </a:prstGeom>
          <a:solidFill>
            <a:schemeClr val="bg1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</p:spPr>
        <p:style>
          <a:lnRef idx="0">
            <a:srgbClr val="000000"/>
          </a:lnRef>
          <a:fillRef idx="0">
            <a:srgbClr val="000000"/>
          </a:fillRef>
          <a:effectRef idx="0">
            <a:srgbClr val="000000"/>
          </a:effectRef>
          <a:fontRef idx="minor">
            <a:schemeClr val="accent2"/>
          </a:fontRef>
        </p:style>
        <p:txBody>
          <a:bodyPr rtlCol="0" anchor="t"/>
          <a:lstStyle/>
          <a:p>
            <a:pPr algn="ctr">
              <a:defRPr/>
            </a:pPr>
            <a:endParaRPr lang="ru-RU" b="1">
              <a:solidFill>
                <a:schemeClr val="tx1"/>
              </a:solidFill>
            </a:endParaRPr>
          </a:p>
        </p:txBody>
      </p:sp>
      <p:sp>
        <p:nvSpPr>
          <p:cNvPr id="1771479382" name="Скругленный прямоугольник 1"/>
          <p:cNvSpPr/>
          <p:nvPr/>
        </p:nvSpPr>
        <p:spPr bwMode="auto">
          <a:xfrm>
            <a:off x="346075" y="324562"/>
            <a:ext cx="3111828" cy="620919"/>
          </a:xfrm>
          <a:prstGeom prst="roundRect">
            <a:avLst>
              <a:gd name="adj" fmla="val 18706"/>
            </a:avLst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>
              <a:defRPr/>
            </a:pPr>
            <a:endParaRPr lang="ru-RU" b="1">
              <a:solidFill>
                <a:schemeClr val="accent2"/>
              </a:solidFill>
            </a:endParaRPr>
          </a:p>
        </p:txBody>
      </p:sp>
      <p:sp>
        <p:nvSpPr>
          <p:cNvPr id="1333545994" name="Номер слайда 8"/>
          <p:cNvSpPr>
            <a:spLocks noGrp="1"/>
          </p:cNvSpPr>
          <p:nvPr>
            <p:ph type="sldNum" sz="quarter" idx="4"/>
          </p:nvPr>
        </p:nvSpPr>
        <p:spPr bwMode="auto"/>
        <p:txBody>
          <a:bodyPr/>
          <a:lstStyle/>
          <a:p>
            <a:pPr>
              <a:defRPr/>
            </a:pPr>
            <a:fld id="{52DCC5B9-D646-4B76-891F-6FF4E74E9CB4}" type="slidenum">
              <a:rPr lang="ru-RU"/>
              <a:t>21</a:t>
            </a:fld>
            <a:endParaRPr lang="ru-RU"/>
          </a:p>
        </p:txBody>
      </p:sp>
      <p:sp>
        <p:nvSpPr>
          <p:cNvPr id="1036005631" name="Текст 2"/>
          <p:cNvSpPr>
            <a:spLocks noGrp="1"/>
          </p:cNvSpPr>
          <p:nvPr>
            <p:ph type="body" sz="quarter" idx="21"/>
          </p:nvPr>
        </p:nvSpPr>
        <p:spPr bwMode="auto">
          <a:xfrm>
            <a:off x="6591637" y="1049727"/>
            <a:ext cx="4790314" cy="597810"/>
          </a:xfrm>
          <a:prstGeom prst="roundRect">
            <a:avLst>
              <a:gd name="adj" fmla="val 0"/>
            </a:avLst>
          </a:prstGeom>
          <a:noFill/>
        </p:spPr>
        <p:txBody>
          <a:bodyPr wrap="square"/>
          <a:lstStyle/>
          <a:p>
            <a:pPr marL="0" indent="0">
              <a:defRPr/>
              <a:spcAft>
                <a:spcPts val="400"/>
              </a:spcAft>
              <a:buNone/>
            </a:pPr>
            <a:r>
              <a:rPr sz="1500" b="1" i="0">
                <a:solidFill>
                  <a:srgbClr val="520978"/>
                </a:solidFill>
                <a:latin typeface="Montserrat"/>
              </a:rPr>
              <a:t>Машино-часы по классам техники</a:t>
            </a:r>
            <a:endParaRPr lang="ru-RU" b="0">
              <a:solidFill>
                <a:schemeClr val="tx1"/>
              </a:solidFill>
            </a:endParaRPr>
          </a:p>
        </p:txBody>
      </p:sp>
      <p:sp>
        <p:nvSpPr>
          <p:cNvPr id="606297361" name="Текст 3"/>
          <p:cNvSpPr>
            <a:spLocks noGrp="1"/>
          </p:cNvSpPr>
          <p:nvPr>
            <p:ph type="body" sz="quarter" idx="18"/>
          </p:nvPr>
        </p:nvSpPr>
        <p:spPr bwMode="auto">
          <a:xfrm>
            <a:off x="6591637" y="1649793"/>
            <a:ext cx="4790314" cy="779602"/>
          </a:xfrm>
        </p:spPr>
        <p:txBody>
          <a:bodyPr wrap="square"/>
          <a:lstStyle/>
          <a:p>
            <a:pPr marL="0" indent="0">
              <a:defRPr/>
              <a:spcAft>
                <a:spcPts val="400"/>
              </a:spcAft>
              <a:buNone/>
            </a:pPr>
            <a:r>
              <a:rPr sz="1200" b="0" i="0">
                <a:solidFill>
                  <a:srgbClr val="1C1D22"/>
                </a:solidFill>
                <a:latin typeface="Montserrat"/>
              </a:rPr>
              <a:t>Тридцать суток бенчмарка. Это те самые числа, которые сверяются с плановыми часами графика.</a:t>
            </a:r>
            <a:endParaRPr lang="ru-RU">
              <a:solidFill>
                <a:schemeClr val="tx1"/>
              </a:solidFill>
            </a:endParaRPr>
          </a:p>
        </p:txBody>
      </p:sp>
      <p:sp>
        <p:nvSpPr>
          <p:cNvPr id="921967285" name="Текст 4"/>
          <p:cNvSpPr>
            <a:spLocks noGrp="1"/>
          </p:cNvSpPr>
          <p:nvPr>
            <p:ph type="body" sz="quarter" idx="22"/>
          </p:nvPr>
        </p:nvSpPr>
        <p:spPr bwMode="auto">
          <a:xfrm>
            <a:off x="6591637" y="2915797"/>
            <a:ext cx="4790314" cy="563519"/>
          </a:xfrm>
          <a:prstGeom prst="roundRect">
            <a:avLst>
              <a:gd name="adj" fmla="val 0"/>
            </a:avLst>
          </a:prstGeom>
          <a:noFill/>
        </p:spPr>
        <p:txBody>
          <a:bodyPr wrap="square"/>
          <a:lstStyle/>
          <a:p>
            <a:pPr marL="0" indent="0">
              <a:defRPr/>
              <a:spcAft>
                <a:spcPts val="400"/>
              </a:spcAft>
              <a:buNone/>
            </a:pPr>
            <a:r>
              <a:rPr sz="2400" b="1" i="0">
                <a:solidFill>
                  <a:srgbClr val="FF0053"/>
                </a:solidFill>
                <a:latin typeface="Montserrat"/>
              </a:rPr>
              <a:t>129 752 ₽</a:t>
            </a:r>
            <a:endParaRPr lang="ru-RU" b="0">
              <a:solidFill>
                <a:schemeClr val="tx1"/>
              </a:solidFill>
            </a:endParaRPr>
          </a:p>
        </p:txBody>
      </p:sp>
      <p:sp>
        <p:nvSpPr>
          <p:cNvPr id="1161696361" name="Текст 5"/>
          <p:cNvSpPr>
            <a:spLocks noGrp="1"/>
          </p:cNvSpPr>
          <p:nvPr>
            <p:ph type="body" sz="quarter" idx="23"/>
          </p:nvPr>
        </p:nvSpPr>
        <p:spPr bwMode="auto">
          <a:xfrm>
            <a:off x="6591637" y="3515862"/>
            <a:ext cx="4790314" cy="869021"/>
          </a:xfrm>
        </p:spPr>
        <p:txBody>
          <a:bodyPr wrap="square"/>
          <a:lstStyle/>
          <a:p>
            <a:pPr marL="0" indent="0">
              <a:defRPr/>
              <a:spcAft>
                <a:spcPts val="400"/>
              </a:spcAft>
              <a:buNone/>
            </a:pPr>
            <a:r>
              <a:rPr sz="1200" b="0" i="0">
                <a:solidFill>
                  <a:srgbClr val="1C1D22"/>
                </a:solidFill>
                <a:latin typeface="Montserrat"/>
              </a:rPr>
              <a:t>Потери от простоя за период: часы простоя, умноженные на стоимость машино-часа по классу техники.</a:t>
            </a:r>
            <a:endParaRPr lang="ru-RU">
              <a:solidFill>
                <a:schemeClr val="tx1"/>
              </a:solidFill>
            </a:endParaRPr>
          </a:p>
        </p:txBody>
      </p:sp>
      <p:sp>
        <p:nvSpPr>
          <p:cNvPr id="1870472705" name="Текст 6"/>
          <p:cNvSpPr>
            <a:spLocks noGrp="1"/>
          </p:cNvSpPr>
          <p:nvPr>
            <p:ph type="body" sz="quarter" idx="24"/>
          </p:nvPr>
        </p:nvSpPr>
        <p:spPr bwMode="auto">
          <a:xfrm>
            <a:off x="6591637" y="4871732"/>
            <a:ext cx="4790314" cy="597810"/>
          </a:xfrm>
          <a:prstGeom prst="roundRect">
            <a:avLst>
              <a:gd name="adj" fmla="val 0"/>
            </a:avLst>
          </a:prstGeom>
          <a:noFill/>
        </p:spPr>
        <p:txBody>
          <a:bodyPr wrap="square"/>
          <a:lstStyle/>
          <a:p>
            <a:pPr marL="0" indent="0">
              <a:defRPr/>
              <a:spcAft>
                <a:spcPts val="400"/>
              </a:spcAft>
              <a:buNone/>
            </a:pPr>
            <a:r>
              <a:rPr sz="1700" b="1" i="0">
                <a:solidFill>
                  <a:srgbClr val="520978"/>
                </a:solidFill>
                <a:latin typeface="Montserrat"/>
              </a:rPr>
              <a:t>35 кадров в сутки на камеру</a:t>
            </a:r>
            <a:endParaRPr lang="ru-RU" b="0">
              <a:solidFill>
                <a:schemeClr val="tx1"/>
              </a:solidFill>
            </a:endParaRPr>
          </a:p>
        </p:txBody>
      </p:sp>
      <p:sp>
        <p:nvSpPr>
          <p:cNvPr id="562321069" name="Текст 7"/>
          <p:cNvSpPr>
            <a:spLocks noGrp="1"/>
          </p:cNvSpPr>
          <p:nvPr>
            <p:ph type="body" sz="quarter" idx="25"/>
          </p:nvPr>
        </p:nvSpPr>
        <p:spPr bwMode="auto">
          <a:xfrm>
            <a:off x="6591637" y="5471798"/>
            <a:ext cx="4790314" cy="848014"/>
          </a:xfrm>
        </p:spPr>
        <p:txBody>
          <a:bodyPr wrap="square"/>
          <a:lstStyle/>
          <a:p>
            <a:pPr marL="0" indent="0">
              <a:defRPr/>
              <a:spcAft>
                <a:spcPts val="400"/>
              </a:spcAft>
              <a:buNone/>
            </a:pPr>
            <a:r>
              <a:rPr sz="1200" b="0" i="0">
                <a:solidFill>
                  <a:srgbClr val="1C1D22"/>
                </a:solidFill>
                <a:latin typeface="Montserrat"/>
              </a:rPr>
              <a:t>На три порядка меньше, чем у систем, разбирающих поток 25 кадров в секунду. Отсюда низкая стоимость эксплуатации.</a:t>
            </a:r>
            <a:endParaRPr lang="ru-RU">
              <a:solidFill>
                <a:schemeClr val="tx1"/>
              </a:solidFill>
            </a:endParaRPr>
          </a:p>
        </p:txBody>
      </p:sp>
      <p:graphicFrame>
        <p:nvGraphicFramePr>
          <p:cNvPr id="1930121742" name="Диаграмма 9"/>
          <p:cNvGraphicFramePr>
            <a:graphicFrameLocks xmlns:a="http://schemas.openxmlformats.org/drawingml/2006/main"/>
          </p:cNvGraphicFramePr>
          <p:nvPr/>
        </p:nvGraphicFramePr>
        <p:xfrm rot="0">
          <a:off x="346075" y="1424510"/>
          <a:ext cx="5749925" cy="4401748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4"/>
          </a:graphicData>
        </a:graphic>
      </p:graphicFrame>
      <p:sp>
        <p:nvSpPr>
          <p:cNvPr id="1737921799" name="Заголовок 13"/>
          <p:cNvSpPr>
            <a:spLocks noGrp="1"/>
          </p:cNvSpPr>
          <p:nvPr>
            <p:ph type="title"/>
          </p:nvPr>
        </p:nvSpPr>
        <p:spPr bwMode="auto">
          <a:xfrm>
            <a:off x="525817" y="421226"/>
            <a:ext cx="2763648" cy="376138"/>
          </a:xfrm>
        </p:spPr>
        <p:txBody>
          <a:bodyPr wrap="square"/>
          <a:lstStyle/>
          <a:p>
            <a:pPr marL="0" indent="0">
              <a:defRPr/>
              <a:spcAft>
                <a:spcPts val="400"/>
              </a:spcAft>
              <a:buNone/>
            </a:pPr>
            <a:r>
              <a:rPr sz="1600" b="1" i="0">
                <a:solidFill>
                  <a:srgbClr val="FFFFFF"/>
                </a:solidFill>
                <a:latin typeface="Montserrat"/>
              </a:rPr>
              <a:t>ЭКОНОМИКА</a:t>
            </a:r>
            <a:endParaRPr lang="ru-RU"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bg>
      <p:bgPr shadeToTitle="0">
        <a:blipFill rotWithShape="1">
          <a:blip r:embed="rId3">
            <a:lum/>
          </a:blip>
          <a:stretch/>
        </a:blipFill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143324433" name="Скругленный прямоугольник 9"/>
          <p:cNvSpPr/>
          <p:nvPr/>
        </p:nvSpPr>
        <p:spPr bwMode="auto">
          <a:xfrm>
            <a:off x="346075" y="324562"/>
            <a:ext cx="3750911" cy="620919"/>
          </a:xfrm>
          <a:prstGeom prst="roundRect">
            <a:avLst>
              <a:gd name="adj" fmla="val 18706"/>
            </a:avLst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>
              <a:defRPr/>
            </a:pPr>
            <a:endParaRPr lang="ru-RU" b="1">
              <a:solidFill>
                <a:schemeClr val="accent2"/>
              </a:solidFill>
            </a:endParaRPr>
          </a:p>
        </p:txBody>
      </p:sp>
      <p:sp>
        <p:nvSpPr>
          <p:cNvPr id="462810021" name="Скругленный прямоугольник 23"/>
          <p:cNvSpPr/>
          <p:nvPr/>
        </p:nvSpPr>
        <p:spPr bwMode="auto">
          <a:xfrm>
            <a:off x="6230774" y="1211284"/>
            <a:ext cx="5440313" cy="4989492"/>
          </a:xfrm>
          <a:prstGeom prst="roundRect">
            <a:avLst>
              <a:gd name="adj" fmla="val 3865"/>
            </a:avLst>
          </a:prstGeom>
          <a:solidFill>
            <a:schemeClr val="bg1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</p:spPr>
        <p:style>
          <a:lnRef idx="0">
            <a:srgbClr val="000000"/>
          </a:lnRef>
          <a:fillRef idx="0">
            <a:srgbClr val="000000"/>
          </a:fillRef>
          <a:effectRef idx="0">
            <a:srgbClr val="000000"/>
          </a:effectRef>
          <a:fontRef idx="minor">
            <a:schemeClr val="accent2"/>
          </a:fontRef>
        </p:style>
        <p:txBody>
          <a:bodyPr rtlCol="0" anchor="t"/>
          <a:lstStyle/>
          <a:p>
            <a:pPr algn="ctr">
              <a:defRPr/>
            </a:pPr>
            <a:endParaRPr lang="ru-RU" b="1">
              <a:solidFill>
                <a:schemeClr val="accent2"/>
              </a:solidFill>
            </a:endParaRPr>
          </a:p>
        </p:txBody>
      </p:sp>
      <p:sp>
        <p:nvSpPr>
          <p:cNvPr id="1928501503" name="Скругленный прямоугольник 26"/>
          <p:cNvSpPr/>
          <p:nvPr/>
        </p:nvSpPr>
        <p:spPr bwMode="auto">
          <a:xfrm>
            <a:off x="346076" y="1211284"/>
            <a:ext cx="5440313" cy="4989492"/>
          </a:xfrm>
          <a:prstGeom prst="roundRect">
            <a:avLst>
              <a:gd name="adj" fmla="val 3407"/>
            </a:avLst>
          </a:prstGeom>
          <a:solidFill>
            <a:schemeClr val="bg1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</p:spPr>
        <p:style>
          <a:lnRef idx="0">
            <a:srgbClr val="000000"/>
          </a:lnRef>
          <a:fillRef idx="0">
            <a:srgbClr val="000000"/>
          </a:fillRef>
          <a:effectRef idx="0">
            <a:srgbClr val="000000"/>
          </a:effectRef>
          <a:fontRef idx="minor">
            <a:schemeClr val="accent2"/>
          </a:fontRef>
        </p:style>
        <p:txBody>
          <a:bodyPr rtlCol="0" anchor="t"/>
          <a:lstStyle/>
          <a:p>
            <a:pPr algn="ctr">
              <a:defRPr/>
            </a:pPr>
            <a:endParaRPr lang="ru-RU" b="1">
              <a:solidFill>
                <a:schemeClr val="accent2"/>
              </a:solidFill>
            </a:endParaRPr>
          </a:p>
        </p:txBody>
      </p:sp>
      <p:sp>
        <p:nvSpPr>
          <p:cNvPr id="2058545193" name="Номер слайда 20"/>
          <p:cNvSpPr>
            <a:spLocks noGrp="1"/>
          </p:cNvSpPr>
          <p:nvPr>
            <p:ph type="sldNum" sz="quarter" idx="4"/>
          </p:nvPr>
        </p:nvSpPr>
        <p:spPr bwMode="auto"/>
        <p:txBody>
          <a:bodyPr/>
          <a:lstStyle/>
          <a:p>
            <a:pPr>
              <a:defRPr/>
            </a:pPr>
            <a:fld id="{52DCC5B9-D646-4B76-891F-6FF4E74E9CB4}" type="slidenum">
              <a:rPr lang="ru-RU">
                <a:solidFill>
                  <a:schemeClr val="bg1"/>
                </a:solidFill>
              </a:rPr>
              <a:t>11</a:t>
            </a:fld>
            <a:endParaRPr lang="ru-RU">
              <a:solidFill>
                <a:schemeClr val="bg1"/>
              </a:solidFill>
            </a:endParaRPr>
          </a:p>
        </p:txBody>
      </p:sp>
      <p:sp>
        <p:nvSpPr>
          <p:cNvPr id="1276817126" name="Текст 2"/>
          <p:cNvSpPr>
            <a:spLocks noGrp="1"/>
          </p:cNvSpPr>
          <p:nvPr>
            <p:ph type="body" sz="quarter" idx="38"/>
          </p:nvPr>
        </p:nvSpPr>
        <p:spPr bwMode="auto">
          <a:xfrm>
            <a:off x="589492" y="1920927"/>
            <a:ext cx="4929861" cy="3868581"/>
          </a:xfrm>
        </p:spPr>
        <p:txBody>
          <a:bodyPr wrap="square">
            <a:normAutofit/>
          </a:bodyPr>
          <a:lstStyle/>
          <a:p>
            <a:pPr marL="0" indent="0">
              <a:defRPr/>
              <a:spcAft>
                <a:spcPts val="900"/>
              </a:spcAft>
              <a:buNone/>
            </a:pPr>
            <a:r>
              <a:rPr lang="ru-RU" sz="1300" b="0" i="0">
                <a:solidFill>
                  <a:srgbClr val="1C1D22"/>
                </a:solidFill>
                <a:latin typeface="Montserrat"/>
              </a:rPr>
              <a:t>206 автотестов проходят, линтер без замечаний</a:t>
            </a:r>
            <a:endParaRPr/>
          </a:p>
          <a:p>
            <a:pPr marL="0" indent="0">
              <a:defRPr/>
              <a:spcAft>
                <a:spcPts val="900"/>
              </a:spcAft>
              <a:buNone/>
            </a:pPr>
            <a:r>
              <a:rPr lang="ru-RU" sz="1300" b="0" i="0">
                <a:solidFill>
                  <a:srgbClr val="1C1D22"/>
                </a:solidFill>
                <a:latin typeface="Montserrat"/>
              </a:rPr>
              <a:t>Конвейер целиком: от кадра до карточки отклонения</a:t>
            </a:r>
            <a:endParaRPr/>
          </a:p>
          <a:p>
            <a:pPr marL="0" indent="0">
              <a:defRPr/>
              <a:spcAft>
                <a:spcPts val="900"/>
              </a:spcAft>
              <a:buNone/>
            </a:pPr>
            <a:r>
              <a:rPr lang="ru-RU" sz="1300" b="0" i="0">
                <a:solidFill>
                  <a:srgbClr val="1C1D22"/>
                </a:solidFill>
                <a:latin typeface="Montserrat"/>
              </a:rPr>
              <a:t>Правила Р3 и Р4 — точность и полнота 1,00 на бенчмарке</a:t>
            </a:r>
            <a:endParaRPr/>
          </a:p>
          <a:p>
            <a:pPr marL="0" indent="0">
              <a:defRPr/>
              <a:spcAft>
                <a:spcPts val="900"/>
              </a:spcAft>
              <a:buNone/>
            </a:pPr>
            <a:r>
              <a:rPr lang="ru-RU" sz="1300" b="0" i="0">
                <a:solidFill>
                  <a:srgbClr val="1C1D22"/>
                </a:solidFill>
                <a:latin typeface="Montserrat"/>
              </a:rPr>
              <a:t>Импорт графика из XLSX и MS Project</a:t>
            </a:r>
            <a:endParaRPr/>
          </a:p>
          <a:p>
            <a:pPr marL="0" indent="0">
              <a:defRPr/>
              <a:spcAft>
                <a:spcPts val="900"/>
              </a:spcAft>
              <a:buNone/>
            </a:pPr>
            <a:r>
              <a:rPr lang="ru-RU" sz="1300" b="0" i="0">
                <a:solidFill>
                  <a:srgbClr val="1C1D22"/>
                </a:solidFill>
                <a:latin typeface="Montserrat"/>
              </a:rPr>
              <a:t>Прогноз срыва срока и обратная задача</a:t>
            </a:r>
            <a:endParaRPr/>
          </a:p>
          <a:p>
            <a:pPr marL="0" indent="0">
              <a:defRPr/>
              <a:spcAft>
                <a:spcPts val="900"/>
              </a:spcAft>
              <a:buNone/>
            </a:pPr>
            <a:r>
              <a:rPr lang="ru-RU" sz="1300" b="0" i="0">
                <a:solidFill>
                  <a:srgbClr val="1C1D22"/>
                </a:solidFill>
                <a:latin typeface="Montserrat"/>
              </a:rPr>
              <a:t>Коэффициент использования и потери в рублях</a:t>
            </a:r>
            <a:endParaRPr/>
          </a:p>
          <a:p>
            <a:pPr marL="0" indent="0">
              <a:defRPr/>
              <a:spcAft>
                <a:spcPts val="900"/>
              </a:spcAft>
              <a:buNone/>
            </a:pPr>
            <a:r>
              <a:rPr lang="ru-RU" sz="1300" b="0" i="0">
                <a:solidFill>
                  <a:srgbClr val="1C1D22"/>
                </a:solidFill>
                <a:latin typeface="Montserrat"/>
              </a:rPr>
              <a:t>Выгрузка PDF-акта по отклонению</a:t>
            </a:r>
            <a:endParaRPr/>
          </a:p>
          <a:p>
            <a:pPr marL="0" indent="0">
              <a:defRPr/>
              <a:spcAft>
                <a:spcPts val="900"/>
              </a:spcAft>
              <a:buNone/>
            </a:pPr>
            <a:r>
              <a:rPr lang="ru-RU" sz="1300" b="0" i="0">
                <a:solidFill>
                  <a:srgbClr val="1C1D22"/>
                </a:solidFill>
                <a:latin typeface="Montserrat"/>
              </a:rPr>
              <a:t>Прототип поднимается одной командой</a:t>
            </a:r>
            <a:endParaRPr/>
          </a:p>
        </p:txBody>
      </p:sp>
      <p:sp>
        <p:nvSpPr>
          <p:cNvPr id="310169977" name="Текст 6"/>
          <p:cNvSpPr>
            <a:spLocks noGrp="1"/>
          </p:cNvSpPr>
          <p:nvPr>
            <p:ph type="body" sz="quarter" idx="42"/>
          </p:nvPr>
        </p:nvSpPr>
        <p:spPr bwMode="auto">
          <a:xfrm>
            <a:off x="6513513" y="1920927"/>
            <a:ext cx="4957144" cy="3876445"/>
          </a:xfrm>
        </p:spPr>
        <p:txBody>
          <a:bodyPr wrap="square">
            <a:normAutofit/>
          </a:bodyPr>
          <a:lstStyle/>
          <a:p>
            <a:pPr marL="0" indent="0">
              <a:defRPr/>
              <a:spcAft>
                <a:spcPts val="900"/>
              </a:spcAft>
              <a:buNone/>
            </a:pPr>
            <a:r>
              <a:rPr lang="ru-RU" sz="1300" b="0" i="0">
                <a:solidFill>
                  <a:srgbClr val="1C1D22"/>
                </a:solidFill>
                <a:latin typeface="Montserrat"/>
              </a:rPr>
              <a:t>Детектор обучен на 223 снимках одного класса и на фотографиях Департамента даёт ложные срабатывания: нужна своя разметка</a:t>
            </a:r>
            <a:br>
              <a:rPr lang="ru-RU" sz="1400">
                <a:solidFill>
                  <a:schemeClr val="tx1"/>
                </a:solidFill>
              </a:rPr>
            </a:br>
            <a:endParaRPr/>
          </a:p>
          <a:p>
            <a:pPr marL="0" indent="0">
              <a:defRPr/>
              <a:spcAft>
                <a:spcPts val="900"/>
              </a:spcAft>
              <a:buNone/>
            </a:pPr>
            <a:r>
              <a:rPr lang="ru-RU" sz="1300" b="0" i="0">
                <a:solidFill>
                  <a:srgbClr val="1C1D22"/>
                </a:solidFill>
                <a:latin typeface="Montserrat"/>
              </a:rPr>
              <a:t>Классификатор состояния завышает активность на реальных пикселях, из-за чего Р1 и Р2 срабатывают хуже Р3 и Р4</a:t>
            </a:r>
            <a:br>
              <a:rPr lang="ru-RU" sz="1400">
                <a:solidFill>
                  <a:schemeClr val="tx1"/>
                </a:solidFill>
              </a:rPr>
            </a:br>
            <a:endParaRPr/>
          </a:p>
          <a:p>
            <a:pPr marL="0" indent="0">
              <a:defRPr/>
              <a:spcAft>
                <a:spcPts val="900"/>
              </a:spcAft>
              <a:buNone/>
            </a:pPr>
            <a:r>
              <a:rPr lang="ru-RU" sz="1300" b="0" i="0">
                <a:solidFill>
                  <a:srgbClr val="1C1D22"/>
                </a:solidFill>
                <a:latin typeface="Montserrat"/>
              </a:rPr>
              <a:t>Ресурсные отпечатки заданы для семи обобщённых видов работ, а в справочнике Департамента их 380</a:t>
            </a:r>
            <a:br>
              <a:rPr lang="ru-RU" sz="1400">
                <a:solidFill>
                  <a:schemeClr val="tx1"/>
                </a:solidFill>
              </a:rPr>
            </a:br>
            <a:endParaRPr/>
          </a:p>
          <a:p>
            <a:pPr marL="0" indent="0">
              <a:defRPr/>
              <a:spcAft>
                <a:spcPts val="900"/>
              </a:spcAft>
              <a:buNone/>
            </a:pPr>
            <a:r>
              <a:rPr lang="ru-RU" sz="1300" b="0" i="0">
                <a:solidFill>
                  <a:srgbClr val="1C1D22"/>
                </a:solidFill>
                <a:latin typeface="Montserrat"/>
              </a:rPr>
              <a:t>Ставки машино-часа требуют сверки с проверяемым источником</a:t>
            </a:r>
            <a:br>
              <a:rPr lang="ru-RU" sz="1400">
                <a:solidFill>
                  <a:schemeClr val="tx1"/>
                </a:solidFill>
              </a:rPr>
            </a:br>
            <a:endParaRPr/>
          </a:p>
          <a:p>
            <a:pPr marL="0" indent="0">
              <a:defRPr/>
              <a:spcAft>
                <a:spcPts val="900"/>
              </a:spcAft>
              <a:buNone/>
            </a:pPr>
            <a:r>
              <a:rPr lang="ru-RU" sz="1300" b="0" i="0">
                <a:solidFill>
                  <a:srgbClr val="1C1D22"/>
                </a:solidFill>
                <a:latin typeface="Montserrat"/>
              </a:rPr>
              <a:t/>
            </a:r>
            <a:br>
              <a:rPr lang="ru-RU" sz="1400">
                <a:solidFill>
                  <a:schemeClr val="tx1"/>
                </a:solidFill>
              </a:rPr>
            </a:br>
            <a:endParaRPr/>
          </a:p>
          <a:p>
            <a:pPr marL="0" indent="0">
              <a:defRPr/>
              <a:spcAft>
                <a:spcPts val="900"/>
              </a:spcAft>
              <a:buNone/>
            </a:pPr>
            <a:r>
              <a:rPr lang="ru-RU" sz="1300" b="1" i="0">
                <a:solidFill>
                  <a:srgbClr val="FF0053"/>
                </a:solidFill>
                <a:latin typeface="Montserrat"/>
              </a:rPr>
              <a:t>Все числа берутся только из прогона скрипта оценки. Чего нет в отчёте — того мы не называем.</a:t>
            </a:r>
            <a:br>
              <a:rPr lang="ru-RU" sz="1400">
                <a:solidFill>
                  <a:schemeClr val="tx1"/>
                </a:solidFill>
              </a:rPr>
            </a:br>
            <a:endParaRPr/>
          </a:p>
        </p:txBody>
      </p:sp>
      <p:sp>
        <p:nvSpPr>
          <p:cNvPr id="1137847621" name="Заголовок 13"/>
          <p:cNvSpPr>
            <a:spLocks noGrp="1"/>
          </p:cNvSpPr>
          <p:nvPr>
            <p:ph type="title"/>
          </p:nvPr>
        </p:nvSpPr>
        <p:spPr bwMode="auto">
          <a:xfrm>
            <a:off x="525817" y="456851"/>
            <a:ext cx="9862734" cy="376138"/>
          </a:xfrm>
        </p:spPr>
        <p:txBody>
          <a:bodyPr wrap="square"/>
          <a:lstStyle/>
          <a:p>
            <a:pPr marL="0" indent="0">
              <a:defRPr/>
              <a:spcAft>
                <a:spcPts val="400"/>
              </a:spcAft>
              <a:buNone/>
            </a:pPr>
            <a:r>
              <a:rPr lang="ru-RU" sz="1600" b="1" i="0">
                <a:solidFill>
                  <a:srgbClr val="FFFFFF"/>
                </a:solidFill>
                <a:latin typeface="Montserrat"/>
              </a:rPr>
              <a:t>ЧТО РАБОТАЕТ</a:t>
            </a:r>
            <a:endParaRPr/>
          </a:p>
        </p:txBody>
      </p:sp>
      <p:sp>
        <p:nvSpPr>
          <p:cNvPr id="1580416656" name="Текст 14"/>
          <p:cNvSpPr>
            <a:spLocks noGrp="1"/>
          </p:cNvSpPr>
          <p:nvPr>
            <p:ph type="body" sz="quarter" idx="49"/>
          </p:nvPr>
        </p:nvSpPr>
        <p:spPr bwMode="auto">
          <a:xfrm>
            <a:off x="578063" y="1476583"/>
            <a:ext cx="4929861" cy="555147"/>
          </a:xfrm>
        </p:spPr>
        <p:txBody>
          <a:bodyPr wrap="square"/>
          <a:lstStyle/>
          <a:p>
            <a:pPr marL="0" indent="0">
              <a:lnSpc>
                <a:spcPct val="100000"/>
              </a:lnSpc>
              <a:defRPr/>
              <a:spcAft>
                <a:spcPts val="400"/>
              </a:spcAft>
              <a:buNone/>
            </a:pPr>
            <a:r>
              <a:rPr lang="ru-RU" sz="1700" b="1" i="0">
                <a:solidFill>
                  <a:srgbClr val="520978"/>
                </a:solidFill>
                <a:latin typeface="Montserrat"/>
              </a:rPr>
              <a:t>Готово и проверено</a:t>
            </a:r>
            <a:endParaRPr/>
          </a:p>
        </p:txBody>
      </p:sp>
      <p:sp>
        <p:nvSpPr>
          <p:cNvPr id="923865578" name="Текст 16"/>
          <p:cNvSpPr>
            <a:spLocks noGrp="1"/>
          </p:cNvSpPr>
          <p:nvPr>
            <p:ph type="body" sz="quarter" idx="51"/>
          </p:nvPr>
        </p:nvSpPr>
        <p:spPr bwMode="auto">
          <a:xfrm>
            <a:off x="6513513" y="1476583"/>
            <a:ext cx="5214724" cy="561519"/>
          </a:xfrm>
        </p:spPr>
        <p:txBody>
          <a:bodyPr wrap="square"/>
          <a:lstStyle/>
          <a:p>
            <a:pPr marL="0" indent="0">
              <a:lnSpc>
                <a:spcPct val="100000"/>
              </a:lnSpc>
              <a:defRPr/>
              <a:spcAft>
                <a:spcPts val="400"/>
              </a:spcAft>
              <a:buNone/>
            </a:pPr>
            <a:r>
              <a:rPr lang="ru-RU" sz="1700" b="1" i="0">
                <a:solidFill>
                  <a:srgbClr val="520978"/>
                </a:solidFill>
                <a:latin typeface="Montserrat"/>
              </a:rPr>
              <a:t>Предстоит до финала</a:t>
            </a:r>
            <a:endParaRPr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bg>
      <p:bgPr shadeToTitle="0">
        <a:blipFill rotWithShape="1">
          <a:blip r:embed="rId3">
            <a:lum/>
          </a:blip>
          <a:stretch/>
        </a:blipFill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843276415" name="Скругленный прямоугольник 22"/>
          <p:cNvSpPr/>
          <p:nvPr/>
        </p:nvSpPr>
        <p:spPr bwMode="auto">
          <a:xfrm>
            <a:off x="346075" y="324562"/>
            <a:ext cx="3111828" cy="620919"/>
          </a:xfrm>
          <a:prstGeom prst="roundRect">
            <a:avLst>
              <a:gd name="adj" fmla="val 18706"/>
            </a:avLst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>
              <a:defRPr/>
            </a:pPr>
            <a:endParaRPr lang="ru-RU" b="1">
              <a:solidFill>
                <a:schemeClr val="accent2"/>
              </a:solidFill>
            </a:endParaRPr>
          </a:p>
        </p:txBody>
      </p:sp>
      <p:sp>
        <p:nvSpPr>
          <p:cNvPr id="1154497780" name="Номер слайда 20"/>
          <p:cNvSpPr>
            <a:spLocks noGrp="1"/>
          </p:cNvSpPr>
          <p:nvPr>
            <p:ph type="sldNum" sz="quarter" idx="4"/>
          </p:nvPr>
        </p:nvSpPr>
        <p:spPr bwMode="auto"/>
        <p:txBody>
          <a:bodyPr/>
          <a:lstStyle/>
          <a:p>
            <a:pPr>
              <a:defRPr/>
            </a:pPr>
            <a:fld id="{52DCC5B9-D646-4B76-891F-6FF4E74E9CB4}" type="slidenum">
              <a:rPr lang="ru-RU">
                <a:solidFill>
                  <a:schemeClr val="accent5"/>
                </a:solidFill>
              </a:rPr>
              <a:t>18</a:t>
            </a:fld>
            <a:endParaRPr lang="ru-RU">
              <a:solidFill>
                <a:schemeClr val="accent5"/>
              </a:solidFill>
            </a:endParaRPr>
          </a:p>
        </p:txBody>
      </p:sp>
      <p:sp>
        <p:nvSpPr>
          <p:cNvPr id="2001159143" name="Текст 1"/>
          <p:cNvSpPr>
            <a:spLocks noGrp="1"/>
          </p:cNvSpPr>
          <p:nvPr>
            <p:ph type="body" sz="quarter" idx="37"/>
          </p:nvPr>
        </p:nvSpPr>
        <p:spPr bwMode="auto">
          <a:xfrm>
            <a:off x="1615961" y="1428776"/>
            <a:ext cx="3866856" cy="423628"/>
          </a:xfrm>
        </p:spPr>
        <p:txBody>
          <a:bodyPr wrap="square"/>
          <a:lstStyle/>
          <a:p>
            <a:pPr marL="0" indent="0">
              <a:defRPr/>
              <a:spcAft>
                <a:spcPts val="400"/>
              </a:spcAft>
              <a:buNone/>
            </a:pPr>
            <a:r>
              <a:rPr sz="1400" b="1" i="0">
                <a:solidFill>
                  <a:srgbClr val="520978"/>
                </a:solidFill>
                <a:latin typeface="Montserrat"/>
              </a:rPr>
              <a:t>Камера не должна двигаться</a:t>
            </a:r>
            <a:endParaRPr lang="ru-RU">
              <a:solidFill>
                <a:srgbClr val="F92571"/>
              </a:solidFill>
            </a:endParaRPr>
          </a:p>
        </p:txBody>
      </p:sp>
      <p:sp>
        <p:nvSpPr>
          <p:cNvPr id="232986344" name="Текст 2"/>
          <p:cNvSpPr>
            <a:spLocks noGrp="1"/>
          </p:cNvSpPr>
          <p:nvPr>
            <p:ph type="body" sz="quarter" idx="38"/>
          </p:nvPr>
        </p:nvSpPr>
        <p:spPr bwMode="auto">
          <a:xfrm>
            <a:off x="1615964" y="1996388"/>
            <a:ext cx="3866856" cy="672075"/>
          </a:xfrm>
        </p:spPr>
        <p:txBody>
          <a:bodyPr wrap="square"/>
          <a:lstStyle/>
          <a:p>
            <a:pPr marL="0" indent="0">
              <a:defRPr/>
              <a:spcAft>
                <a:spcPts val="400"/>
              </a:spcAft>
              <a:buNone/>
            </a:pPr>
            <a:r>
              <a:rPr sz="1100" b="0" i="0">
                <a:solidFill>
                  <a:srgbClr val="1C1D22"/>
                </a:solidFill>
                <a:latin typeface="Montserrat"/>
              </a:rPr>
              <a:t>Зоны заданы полигонами в пикселях. Сдвинулась камера — часы пойдут не в ту работу.</a:t>
            </a:r>
            <a:endParaRPr lang="ru-RU">
              <a:solidFill>
                <a:schemeClr val="tx1"/>
              </a:solidFill>
            </a:endParaRPr>
          </a:p>
        </p:txBody>
      </p:sp>
      <p:sp>
        <p:nvSpPr>
          <p:cNvPr id="1003061334" name="Текст 3"/>
          <p:cNvSpPr>
            <a:spLocks noGrp="1"/>
          </p:cNvSpPr>
          <p:nvPr>
            <p:ph type="body" sz="quarter" idx="39"/>
          </p:nvPr>
        </p:nvSpPr>
        <p:spPr bwMode="auto">
          <a:xfrm>
            <a:off x="1596604" y="3032761"/>
            <a:ext cx="3866856" cy="403756"/>
          </a:xfrm>
        </p:spPr>
        <p:txBody>
          <a:bodyPr wrap="square"/>
          <a:lstStyle/>
          <a:p>
            <a:pPr marL="0" indent="0">
              <a:defRPr/>
              <a:spcAft>
                <a:spcPts val="400"/>
              </a:spcAft>
              <a:buNone/>
            </a:pPr>
            <a:r>
              <a:rPr sz="1400" b="1" i="0">
                <a:solidFill>
                  <a:srgbClr val="520978"/>
                </a:solidFill>
                <a:latin typeface="Montserrat"/>
              </a:rPr>
              <a:t>Угол 25–45°, высота 8–20 м</a:t>
            </a:r>
            <a:endParaRPr lang="ru-RU">
              <a:solidFill>
                <a:srgbClr val="F92571"/>
              </a:solidFill>
            </a:endParaRPr>
          </a:p>
        </p:txBody>
      </p:sp>
      <p:sp>
        <p:nvSpPr>
          <p:cNvPr id="83999960" name="Текст 4"/>
          <p:cNvSpPr>
            <a:spLocks noGrp="1"/>
          </p:cNvSpPr>
          <p:nvPr>
            <p:ph type="body" sz="quarter" idx="40"/>
          </p:nvPr>
        </p:nvSpPr>
        <p:spPr bwMode="auto">
          <a:xfrm>
            <a:off x="1596604" y="3580500"/>
            <a:ext cx="3866856" cy="672075"/>
          </a:xfrm>
        </p:spPr>
        <p:txBody>
          <a:bodyPr wrap="square"/>
          <a:lstStyle/>
          <a:p>
            <a:pPr marL="0" indent="0">
              <a:defRPr/>
              <a:spcAft>
                <a:spcPts val="400"/>
              </a:spcAft>
              <a:buNone/>
            </a:pPr>
            <a:r>
              <a:rPr sz="1100" b="0" i="0">
                <a:solidFill>
                  <a:srgbClr val="1C1D22"/>
                </a:solidFill>
                <a:latin typeface="Montserrat"/>
              </a:rPr>
              <a:t>Съёмка сверху вниз разносит технику по кадру и убирает перекрытия.</a:t>
            </a:r>
            <a:endParaRPr lang="ru-RU">
              <a:solidFill>
                <a:schemeClr val="tx1"/>
              </a:solidFill>
            </a:endParaRPr>
          </a:p>
        </p:txBody>
      </p:sp>
      <p:sp>
        <p:nvSpPr>
          <p:cNvPr id="1250951588" name="Текст 5"/>
          <p:cNvSpPr>
            <a:spLocks noGrp="1"/>
          </p:cNvSpPr>
          <p:nvPr>
            <p:ph type="body" sz="quarter" idx="41"/>
          </p:nvPr>
        </p:nvSpPr>
        <p:spPr bwMode="auto">
          <a:xfrm>
            <a:off x="1596604" y="4616873"/>
            <a:ext cx="3866856" cy="403913"/>
          </a:xfrm>
        </p:spPr>
        <p:txBody>
          <a:bodyPr wrap="square"/>
          <a:lstStyle/>
          <a:p>
            <a:pPr marL="0" indent="0">
              <a:defRPr/>
              <a:spcAft>
                <a:spcPts val="400"/>
              </a:spcAft>
              <a:buNone/>
            </a:pPr>
            <a:r>
              <a:rPr sz="1400" b="1" i="0">
                <a:solidFill>
                  <a:srgbClr val="520978"/>
                </a:solidFill>
                <a:latin typeface="Montserrat"/>
              </a:rPr>
              <a:t>Техника от 40 × 40 пикселей</a:t>
            </a:r>
            <a:endParaRPr lang="ru-RU">
              <a:solidFill>
                <a:srgbClr val="F92571"/>
              </a:solidFill>
            </a:endParaRPr>
          </a:p>
        </p:txBody>
      </p:sp>
      <p:sp>
        <p:nvSpPr>
          <p:cNvPr id="1132448340" name="Текст 6"/>
          <p:cNvSpPr>
            <a:spLocks noGrp="1"/>
          </p:cNvSpPr>
          <p:nvPr>
            <p:ph type="body" sz="quarter" idx="42"/>
          </p:nvPr>
        </p:nvSpPr>
        <p:spPr bwMode="auto">
          <a:xfrm>
            <a:off x="1596604" y="5164612"/>
            <a:ext cx="3866856" cy="672075"/>
          </a:xfrm>
        </p:spPr>
        <p:txBody>
          <a:bodyPr wrap="square"/>
          <a:lstStyle/>
          <a:p>
            <a:pPr marL="0" indent="0">
              <a:defRPr/>
              <a:spcAft>
                <a:spcPts val="400"/>
              </a:spcAft>
              <a:buNone/>
            </a:pPr>
            <a:r>
              <a:rPr sz="1100" b="0" i="0">
                <a:solidFill>
                  <a:srgbClr val="1C1D22"/>
                </a:solidFill>
                <a:latin typeface="Montserrat"/>
              </a:rPr>
              <a:t>Для экскаватора при Full HD это дальность до 80–100 метров.</a:t>
            </a:r>
            <a:endParaRPr lang="ru-RU">
              <a:solidFill>
                <a:schemeClr val="tx1"/>
              </a:solidFill>
            </a:endParaRPr>
          </a:p>
        </p:txBody>
      </p:sp>
      <p:sp>
        <p:nvSpPr>
          <p:cNvPr id="2061630428" name="Текст 7"/>
          <p:cNvSpPr>
            <a:spLocks noGrp="1"/>
          </p:cNvSpPr>
          <p:nvPr>
            <p:ph type="body" sz="quarter" idx="43"/>
          </p:nvPr>
        </p:nvSpPr>
        <p:spPr bwMode="auto">
          <a:xfrm>
            <a:off x="7289068" y="1428776"/>
            <a:ext cx="3866856" cy="423628"/>
          </a:xfrm>
        </p:spPr>
        <p:txBody>
          <a:bodyPr wrap="square"/>
          <a:lstStyle/>
          <a:p>
            <a:pPr marL="0" indent="0">
              <a:defRPr/>
              <a:spcAft>
                <a:spcPts val="400"/>
              </a:spcAft>
              <a:buNone/>
            </a:pPr>
            <a:r>
              <a:rPr sz="1400" b="1" i="0">
                <a:solidFill>
                  <a:srgbClr val="520978"/>
                </a:solidFill>
                <a:latin typeface="Montserrat"/>
              </a:rPr>
              <a:t>Интервал 10–20 минут</a:t>
            </a:r>
            <a:endParaRPr lang="ru-RU">
              <a:solidFill>
                <a:srgbClr val="F92571"/>
              </a:solidFill>
            </a:endParaRPr>
          </a:p>
        </p:txBody>
      </p:sp>
      <p:sp>
        <p:nvSpPr>
          <p:cNvPr id="1921955234" name="Текст 8"/>
          <p:cNvSpPr>
            <a:spLocks noGrp="1"/>
          </p:cNvSpPr>
          <p:nvPr>
            <p:ph type="body" sz="quarter" idx="44"/>
          </p:nvPr>
        </p:nvSpPr>
        <p:spPr bwMode="auto">
          <a:xfrm>
            <a:off x="7289071" y="1996388"/>
            <a:ext cx="3866856" cy="672075"/>
          </a:xfrm>
        </p:spPr>
        <p:txBody>
          <a:bodyPr wrap="square"/>
          <a:lstStyle/>
          <a:p>
            <a:pPr marL="0" indent="0">
              <a:defRPr/>
              <a:spcAft>
                <a:spcPts val="400"/>
              </a:spcAft>
              <a:buNone/>
            </a:pPr>
            <a:r>
              <a:rPr sz="1100" b="0" i="0">
                <a:solidFill>
                  <a:srgbClr val="1C1D22"/>
                </a:solidFill>
                <a:latin typeface="Montserrat"/>
              </a:rPr>
              <a:t>Чаще — рост стоимости без выигрыша. Реже — получасовая работа останется незамеченной.</a:t>
            </a:r>
            <a:endParaRPr lang="ru-RU">
              <a:solidFill>
                <a:schemeClr val="tx1"/>
              </a:solidFill>
            </a:endParaRPr>
          </a:p>
        </p:txBody>
      </p:sp>
      <p:sp>
        <p:nvSpPr>
          <p:cNvPr id="998015504" name="Текст 9"/>
          <p:cNvSpPr>
            <a:spLocks noGrp="1"/>
          </p:cNvSpPr>
          <p:nvPr>
            <p:ph type="body" sz="quarter" idx="45"/>
          </p:nvPr>
        </p:nvSpPr>
        <p:spPr bwMode="auto">
          <a:xfrm>
            <a:off x="7269712" y="3032761"/>
            <a:ext cx="3866856" cy="403756"/>
          </a:xfrm>
        </p:spPr>
        <p:txBody>
          <a:bodyPr wrap="square"/>
          <a:lstStyle/>
          <a:p>
            <a:pPr marL="0" indent="0">
              <a:defRPr/>
              <a:spcAft>
                <a:spcPts val="400"/>
              </a:spcAft>
              <a:buNone/>
            </a:pPr>
            <a:r>
              <a:rPr sz="1400" b="1" i="0">
                <a:solidFill>
                  <a:srgbClr val="520978"/>
                </a:solidFill>
                <a:latin typeface="Montserrat"/>
              </a:rPr>
              <a:t>Отдельная камера на въезд</a:t>
            </a:r>
            <a:endParaRPr lang="ru-RU">
              <a:solidFill>
                <a:srgbClr val="F92571"/>
              </a:solidFill>
            </a:endParaRPr>
          </a:p>
        </p:txBody>
      </p:sp>
      <p:sp>
        <p:nvSpPr>
          <p:cNvPr id="1689937647" name="Текст 10"/>
          <p:cNvSpPr>
            <a:spLocks noGrp="1"/>
          </p:cNvSpPr>
          <p:nvPr>
            <p:ph type="body" sz="quarter" idx="46"/>
          </p:nvPr>
        </p:nvSpPr>
        <p:spPr bwMode="auto">
          <a:xfrm>
            <a:off x="7269712" y="3580500"/>
            <a:ext cx="3866856" cy="672075"/>
          </a:xfrm>
        </p:spPr>
        <p:txBody>
          <a:bodyPr wrap="square"/>
          <a:lstStyle/>
          <a:p>
            <a:pPr marL="0" indent="0">
              <a:defRPr/>
              <a:spcAft>
                <a:spcPts val="400"/>
              </a:spcAft>
              <a:buNone/>
            </a:pPr>
            <a:r>
              <a:rPr sz="1100" b="0" i="0">
                <a:solidFill>
                  <a:srgbClr val="1C1D22"/>
                </a:solidFill>
                <a:latin typeface="Montserrat"/>
              </a:rPr>
              <a:t>Даёт подсчёт рейсов самосвалов — это ритм в ресурсном отпечатке.</a:t>
            </a:r>
            <a:endParaRPr lang="ru-RU">
              <a:solidFill>
                <a:schemeClr val="tx1"/>
              </a:solidFill>
            </a:endParaRPr>
          </a:p>
        </p:txBody>
      </p:sp>
      <p:sp>
        <p:nvSpPr>
          <p:cNvPr id="2113247766" name="Текст 11"/>
          <p:cNvSpPr>
            <a:spLocks noGrp="1"/>
          </p:cNvSpPr>
          <p:nvPr>
            <p:ph type="body" sz="quarter" idx="47"/>
          </p:nvPr>
        </p:nvSpPr>
        <p:spPr bwMode="auto">
          <a:xfrm>
            <a:off x="7269712" y="4616873"/>
            <a:ext cx="3866856" cy="403913"/>
          </a:xfrm>
        </p:spPr>
        <p:txBody>
          <a:bodyPr wrap="square"/>
          <a:lstStyle/>
          <a:p>
            <a:pPr marL="0" indent="0">
              <a:defRPr/>
              <a:spcAft>
                <a:spcPts val="400"/>
              </a:spcAft>
              <a:buNone/>
            </a:pPr>
            <a:r>
              <a:rPr sz="1400" b="1" i="0">
                <a:solidFill>
                  <a:srgbClr val="520978"/>
                </a:solidFill>
                <a:latin typeface="Montserrat"/>
              </a:rPr>
              <a:t>Подсветка и чистый объектив</a:t>
            </a:r>
            <a:endParaRPr lang="ru-RU">
              <a:solidFill>
                <a:srgbClr val="F92571"/>
              </a:solidFill>
            </a:endParaRPr>
          </a:p>
        </p:txBody>
      </p:sp>
      <p:sp>
        <p:nvSpPr>
          <p:cNvPr id="346032543" name="Текст 12"/>
          <p:cNvSpPr>
            <a:spLocks noGrp="1"/>
          </p:cNvSpPr>
          <p:nvPr>
            <p:ph type="body" sz="quarter" idx="48"/>
          </p:nvPr>
        </p:nvSpPr>
        <p:spPr bwMode="auto">
          <a:xfrm>
            <a:off x="7269712" y="5164612"/>
            <a:ext cx="3866856" cy="672075"/>
          </a:xfrm>
        </p:spPr>
        <p:txBody>
          <a:bodyPr wrap="square"/>
          <a:lstStyle/>
          <a:p>
            <a:pPr marL="0" indent="0">
              <a:defRPr/>
              <a:spcAft>
                <a:spcPts val="400"/>
              </a:spcAft>
              <a:buNone/>
            </a:pPr>
            <a:r>
              <a:rPr sz="1100" b="0" i="0">
                <a:solidFill>
                  <a:srgbClr val="1C1D22"/>
                </a:solidFill>
                <a:latin typeface="Montserrat"/>
              </a:rPr>
              <a:t>Без ИК ночная смена не попадёт в часы. Пыль система заметит сама, чистить надо руками.</a:t>
            </a:r>
            <a:endParaRPr lang="ru-RU">
              <a:solidFill>
                <a:schemeClr val="tx1"/>
              </a:solidFill>
            </a:endParaRPr>
          </a:p>
        </p:txBody>
      </p:sp>
      <p:sp>
        <p:nvSpPr>
          <p:cNvPr id="1906938187" name="Заголовок 13"/>
          <p:cNvSpPr>
            <a:spLocks noGrp="1"/>
          </p:cNvSpPr>
          <p:nvPr>
            <p:ph type="title"/>
          </p:nvPr>
        </p:nvSpPr>
        <p:spPr bwMode="auto">
          <a:xfrm>
            <a:off x="525817" y="421226"/>
            <a:ext cx="9862734" cy="376138"/>
          </a:xfrm>
        </p:spPr>
        <p:txBody>
          <a:bodyPr wrap="square"/>
          <a:lstStyle/>
          <a:p>
            <a:pPr marL="0" indent="0">
              <a:defRPr/>
              <a:spcAft>
                <a:spcPts val="400"/>
              </a:spcAft>
              <a:buNone/>
            </a:pPr>
            <a:r>
              <a:rPr sz="1600" b="1" i="0">
                <a:solidFill>
                  <a:srgbClr val="FFFFFF"/>
                </a:solidFill>
                <a:latin typeface="Montserrat"/>
              </a:rPr>
              <a:t>УСТАНОВКА КАМЕР</a:t>
            </a:r>
            <a:endParaRPr lang="ru-RU"/>
          </a:p>
        </p:txBody>
      </p:sp>
      <p:sp>
        <p:nvSpPr>
          <p:cNvPr id="738506086" name="Текст 14"/>
          <p:cNvSpPr>
            <a:spLocks noGrp="1"/>
          </p:cNvSpPr>
          <p:nvPr>
            <p:ph type="body" sz="quarter" idx="49"/>
          </p:nvPr>
        </p:nvSpPr>
        <p:spPr bwMode="auto">
          <a:xfrm>
            <a:off x="520913" y="1394052"/>
            <a:ext cx="771003" cy="423628"/>
          </a:xfrm>
        </p:spPr>
        <p:txBody>
          <a:bodyPr wrap="square"/>
          <a:lstStyle/>
          <a:p>
            <a:pPr marL="0" indent="0">
              <a:defRPr/>
              <a:spcAft>
                <a:spcPts val="400"/>
              </a:spcAft>
              <a:buNone/>
            </a:pPr>
            <a:r>
              <a:rPr sz="2200" b="1" i="0">
                <a:solidFill>
                  <a:srgbClr val="FF0053"/>
                </a:solidFill>
                <a:latin typeface="Montserrat"/>
              </a:rPr>
              <a:t>01</a:t>
            </a:r>
            <a:endParaRPr lang="ru-RU" b="1">
              <a:solidFill>
                <a:schemeClr val="accent5"/>
              </a:solidFill>
            </a:endParaRPr>
          </a:p>
        </p:txBody>
      </p:sp>
      <p:sp>
        <p:nvSpPr>
          <p:cNvPr id="235443755" name="Текст 15"/>
          <p:cNvSpPr>
            <a:spLocks noGrp="1"/>
          </p:cNvSpPr>
          <p:nvPr>
            <p:ph type="body" sz="quarter" idx="50"/>
          </p:nvPr>
        </p:nvSpPr>
        <p:spPr bwMode="auto">
          <a:xfrm>
            <a:off x="501557" y="2998036"/>
            <a:ext cx="771003" cy="403756"/>
          </a:xfrm>
        </p:spPr>
        <p:txBody>
          <a:bodyPr wrap="square"/>
          <a:lstStyle/>
          <a:p>
            <a:pPr marL="0" indent="0">
              <a:defRPr/>
              <a:spcAft>
                <a:spcPts val="400"/>
              </a:spcAft>
              <a:buNone/>
            </a:pPr>
            <a:r>
              <a:rPr sz="2200" b="1" i="0">
                <a:solidFill>
                  <a:srgbClr val="FF0053"/>
                </a:solidFill>
                <a:latin typeface="Montserrat"/>
              </a:rPr>
              <a:t>02</a:t>
            </a:r>
            <a:endParaRPr lang="ru-RU" b="1">
              <a:solidFill>
                <a:schemeClr val="accent5"/>
              </a:solidFill>
            </a:endParaRPr>
          </a:p>
        </p:txBody>
      </p:sp>
      <p:sp>
        <p:nvSpPr>
          <p:cNvPr id="826549208" name="Текст 16"/>
          <p:cNvSpPr>
            <a:spLocks noGrp="1"/>
          </p:cNvSpPr>
          <p:nvPr>
            <p:ph type="body" sz="quarter" idx="51"/>
          </p:nvPr>
        </p:nvSpPr>
        <p:spPr bwMode="auto">
          <a:xfrm>
            <a:off x="501557" y="4582148"/>
            <a:ext cx="771003" cy="403913"/>
          </a:xfrm>
        </p:spPr>
        <p:txBody>
          <a:bodyPr wrap="square"/>
          <a:lstStyle/>
          <a:p>
            <a:pPr marL="0" indent="0">
              <a:defRPr/>
              <a:spcAft>
                <a:spcPts val="400"/>
              </a:spcAft>
              <a:buNone/>
            </a:pPr>
            <a:r>
              <a:rPr sz="2200" b="1" i="0">
                <a:solidFill>
                  <a:srgbClr val="FF0053"/>
                </a:solidFill>
                <a:latin typeface="Montserrat"/>
              </a:rPr>
              <a:t>03</a:t>
            </a:r>
            <a:endParaRPr lang="ru-RU" b="1">
              <a:solidFill>
                <a:schemeClr val="accent5"/>
              </a:solidFill>
            </a:endParaRPr>
          </a:p>
        </p:txBody>
      </p:sp>
      <p:sp>
        <p:nvSpPr>
          <p:cNvPr id="1009444343" name="Текст 17"/>
          <p:cNvSpPr>
            <a:spLocks noGrp="1"/>
          </p:cNvSpPr>
          <p:nvPr>
            <p:ph type="body" sz="quarter" idx="52"/>
          </p:nvPr>
        </p:nvSpPr>
        <p:spPr bwMode="auto">
          <a:xfrm>
            <a:off x="6194020" y="1394052"/>
            <a:ext cx="771003" cy="423628"/>
          </a:xfrm>
        </p:spPr>
        <p:txBody>
          <a:bodyPr wrap="square"/>
          <a:lstStyle/>
          <a:p>
            <a:pPr marL="0" indent="0">
              <a:defRPr/>
              <a:spcAft>
                <a:spcPts val="400"/>
              </a:spcAft>
              <a:buNone/>
            </a:pPr>
            <a:r>
              <a:rPr sz="2200" b="1" i="0">
                <a:solidFill>
                  <a:srgbClr val="FF0053"/>
                </a:solidFill>
                <a:latin typeface="Montserrat"/>
              </a:rPr>
              <a:t>04</a:t>
            </a:r>
            <a:endParaRPr lang="ru-RU" b="1">
              <a:solidFill>
                <a:schemeClr val="accent5"/>
              </a:solidFill>
            </a:endParaRPr>
          </a:p>
        </p:txBody>
      </p:sp>
      <p:sp>
        <p:nvSpPr>
          <p:cNvPr id="866154418" name="Текст 18"/>
          <p:cNvSpPr>
            <a:spLocks noGrp="1"/>
          </p:cNvSpPr>
          <p:nvPr>
            <p:ph type="body" sz="quarter" idx="53"/>
          </p:nvPr>
        </p:nvSpPr>
        <p:spPr bwMode="auto">
          <a:xfrm>
            <a:off x="6174664" y="2998036"/>
            <a:ext cx="771003" cy="403756"/>
          </a:xfrm>
        </p:spPr>
        <p:txBody>
          <a:bodyPr wrap="square"/>
          <a:lstStyle/>
          <a:p>
            <a:pPr marL="0" indent="0">
              <a:defRPr/>
              <a:spcAft>
                <a:spcPts val="400"/>
              </a:spcAft>
              <a:buNone/>
            </a:pPr>
            <a:r>
              <a:rPr sz="2200" b="1" i="0">
                <a:solidFill>
                  <a:srgbClr val="FF0053"/>
                </a:solidFill>
                <a:latin typeface="Montserrat"/>
              </a:rPr>
              <a:t>05</a:t>
            </a:r>
            <a:endParaRPr lang="ru-RU" b="1">
              <a:solidFill>
                <a:schemeClr val="accent5"/>
              </a:solidFill>
            </a:endParaRPr>
          </a:p>
        </p:txBody>
      </p:sp>
      <p:sp>
        <p:nvSpPr>
          <p:cNvPr id="1243935615" name="Текст 19"/>
          <p:cNvSpPr>
            <a:spLocks noGrp="1"/>
          </p:cNvSpPr>
          <p:nvPr>
            <p:ph type="body" sz="quarter" idx="54"/>
          </p:nvPr>
        </p:nvSpPr>
        <p:spPr bwMode="auto">
          <a:xfrm>
            <a:off x="6174664" y="4582148"/>
            <a:ext cx="771003" cy="403913"/>
          </a:xfrm>
        </p:spPr>
        <p:txBody>
          <a:bodyPr wrap="square"/>
          <a:lstStyle/>
          <a:p>
            <a:pPr marL="0" indent="0">
              <a:defRPr/>
              <a:spcAft>
                <a:spcPts val="400"/>
              </a:spcAft>
              <a:buNone/>
            </a:pPr>
            <a:r>
              <a:rPr sz="2200" b="1" i="0">
                <a:solidFill>
                  <a:srgbClr val="FF0053"/>
                </a:solidFill>
                <a:latin typeface="Montserrat"/>
              </a:rPr>
              <a:t>06</a:t>
            </a:r>
            <a:endParaRPr lang="ru-RU" b="1">
              <a:solidFill>
                <a:schemeClr val="accent5"/>
              </a:solidFill>
            </a:endParaRPr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bg>
      <p:bgPr shadeToTitle="0">
        <a:blipFill rotWithShape="1">
          <a:blip r:embed="rId3">
            <a:lum/>
          </a:blip>
          <a:stretch/>
        </a:blipFill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53653443" name="Скругленный прямоугольник 7"/>
          <p:cNvSpPr/>
          <p:nvPr/>
        </p:nvSpPr>
        <p:spPr bwMode="auto">
          <a:xfrm>
            <a:off x="429141" y="3008209"/>
            <a:ext cx="3728347" cy="3656826"/>
          </a:xfrm>
          <a:prstGeom prst="roundRect">
            <a:avLst>
              <a:gd name="adj" fmla="val 5151"/>
            </a:avLst>
          </a:prstGeom>
          <a:solidFill>
            <a:schemeClr val="bg1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</p:spPr>
        <p:style>
          <a:lnRef idx="0">
            <a:srgbClr val="000000"/>
          </a:lnRef>
          <a:fillRef idx="0">
            <a:srgbClr val="000000"/>
          </a:fillRef>
          <a:effectRef idx="0">
            <a:srgbClr val="000000"/>
          </a:effectRef>
          <a:fontRef idx="minor">
            <a:schemeClr val="accent2"/>
          </a:fontRef>
        </p:style>
        <p:txBody>
          <a:bodyPr rtlCol="0" anchor="t"/>
          <a:lstStyle/>
          <a:p>
            <a:pPr algn="ctr">
              <a:defRPr/>
            </a:pPr>
            <a:endParaRPr lang="ru-RU" b="1">
              <a:solidFill>
                <a:schemeClr val="tx1"/>
              </a:solidFill>
            </a:endParaRPr>
          </a:p>
        </p:txBody>
      </p:sp>
      <p:sp>
        <p:nvSpPr>
          <p:cNvPr id="1983917426" name="Скругленный прямоугольник 9"/>
          <p:cNvSpPr/>
          <p:nvPr/>
        </p:nvSpPr>
        <p:spPr bwMode="auto">
          <a:xfrm>
            <a:off x="4327137" y="3008209"/>
            <a:ext cx="3728347" cy="3656826"/>
          </a:xfrm>
          <a:prstGeom prst="roundRect">
            <a:avLst>
              <a:gd name="adj" fmla="val 5151"/>
            </a:avLst>
          </a:prstGeom>
          <a:solidFill>
            <a:schemeClr val="bg1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</p:spPr>
        <p:style>
          <a:lnRef idx="0">
            <a:srgbClr val="000000"/>
          </a:lnRef>
          <a:fillRef idx="0">
            <a:srgbClr val="000000"/>
          </a:fillRef>
          <a:effectRef idx="0">
            <a:srgbClr val="000000"/>
          </a:effectRef>
          <a:fontRef idx="minor">
            <a:schemeClr val="accent2"/>
          </a:fontRef>
        </p:style>
        <p:txBody>
          <a:bodyPr rtlCol="0" anchor="t"/>
          <a:lstStyle/>
          <a:p>
            <a:pPr algn="ctr">
              <a:defRPr/>
            </a:pPr>
            <a:endParaRPr lang="ru-RU" b="1">
              <a:solidFill>
                <a:schemeClr val="tx1"/>
              </a:solidFill>
            </a:endParaRPr>
          </a:p>
        </p:txBody>
      </p:sp>
      <p:sp>
        <p:nvSpPr>
          <p:cNvPr id="696819244" name="Скругленный прямоугольник 10"/>
          <p:cNvSpPr/>
          <p:nvPr/>
        </p:nvSpPr>
        <p:spPr bwMode="auto">
          <a:xfrm>
            <a:off x="8225133" y="3008209"/>
            <a:ext cx="3728347" cy="3656826"/>
          </a:xfrm>
          <a:prstGeom prst="roundRect">
            <a:avLst>
              <a:gd name="adj" fmla="val 5151"/>
            </a:avLst>
          </a:prstGeom>
          <a:solidFill>
            <a:schemeClr val="bg1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</p:spPr>
        <p:style>
          <a:lnRef idx="0">
            <a:srgbClr val="000000"/>
          </a:lnRef>
          <a:fillRef idx="0">
            <a:srgbClr val="000000"/>
          </a:fillRef>
          <a:effectRef idx="0">
            <a:srgbClr val="000000"/>
          </a:effectRef>
          <a:fontRef idx="minor">
            <a:schemeClr val="accent2"/>
          </a:fontRef>
        </p:style>
        <p:txBody>
          <a:bodyPr rtlCol="0" anchor="t"/>
          <a:lstStyle/>
          <a:p>
            <a:pPr algn="ctr">
              <a:defRPr/>
            </a:pPr>
            <a:endParaRPr lang="ru-RU" b="1">
              <a:solidFill>
                <a:schemeClr val="tx1"/>
              </a:solidFill>
            </a:endParaRPr>
          </a:p>
        </p:txBody>
      </p:sp>
      <p:sp>
        <p:nvSpPr>
          <p:cNvPr id="1543179798" name="Скругленный прямоугольник 1"/>
          <p:cNvSpPr/>
          <p:nvPr/>
        </p:nvSpPr>
        <p:spPr bwMode="auto">
          <a:xfrm>
            <a:off x="346075" y="324562"/>
            <a:ext cx="3111828" cy="620919"/>
          </a:xfrm>
          <a:prstGeom prst="roundRect">
            <a:avLst>
              <a:gd name="adj" fmla="val 18706"/>
            </a:avLst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>
              <a:defRPr/>
            </a:pPr>
            <a:endParaRPr lang="ru-RU" b="1">
              <a:solidFill>
                <a:schemeClr val="accent2"/>
              </a:solidFill>
            </a:endParaRPr>
          </a:p>
        </p:txBody>
      </p:sp>
      <p:sp>
        <p:nvSpPr>
          <p:cNvPr id="979419520" name="Скругленный прямоугольник 16"/>
          <p:cNvSpPr/>
          <p:nvPr/>
        </p:nvSpPr>
        <p:spPr bwMode="auto">
          <a:xfrm>
            <a:off x="5340262" y="1366572"/>
            <a:ext cx="1504594" cy="1401168"/>
          </a:xfrm>
          <a:prstGeom prst="roundRect">
            <a:avLst>
              <a:gd name="adj" fmla="val 16667"/>
            </a:avLst>
          </a:prstGeom>
          <a:noFill/>
          <a:ln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t"/>
          <a:lstStyle/>
          <a:p>
            <a:pPr algn="ctr">
              <a:defRPr/>
            </a:pPr>
            <a:endParaRPr lang="ru-RU" b="1">
              <a:solidFill>
                <a:schemeClr val="accent2"/>
              </a:solidFill>
            </a:endParaRPr>
          </a:p>
        </p:txBody>
      </p:sp>
      <p:sp>
        <p:nvSpPr>
          <p:cNvPr id="1726591452" name="Скругленный прямоугольник 6"/>
          <p:cNvSpPr/>
          <p:nvPr/>
        </p:nvSpPr>
        <p:spPr bwMode="auto">
          <a:xfrm>
            <a:off x="1541018" y="1366572"/>
            <a:ext cx="1504594" cy="1401168"/>
          </a:xfrm>
          <a:prstGeom prst="roundRect">
            <a:avLst>
              <a:gd name="adj" fmla="val 16667"/>
            </a:avLst>
          </a:prstGeom>
          <a:noFill/>
          <a:ln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t"/>
          <a:lstStyle/>
          <a:p>
            <a:pPr algn="ctr">
              <a:defRPr/>
            </a:pPr>
            <a:endParaRPr lang="ru-RU" b="1">
              <a:solidFill>
                <a:schemeClr val="accent2"/>
              </a:solidFill>
            </a:endParaRPr>
          </a:p>
        </p:txBody>
      </p:sp>
      <p:sp>
        <p:nvSpPr>
          <p:cNvPr id="235585302" name="Номер слайда 5"/>
          <p:cNvSpPr>
            <a:spLocks noGrp="1"/>
          </p:cNvSpPr>
          <p:nvPr>
            <p:ph type="sldNum" sz="quarter" idx="4"/>
          </p:nvPr>
        </p:nvSpPr>
        <p:spPr bwMode="auto"/>
        <p:txBody>
          <a:bodyPr/>
          <a:lstStyle/>
          <a:p>
            <a:pPr>
              <a:defRPr/>
            </a:pPr>
            <a:fld id="{52DCC5B9-D646-4B76-891F-6FF4E74E9CB4}" type="slidenum">
              <a:rPr lang="ru-RU">
                <a:solidFill>
                  <a:schemeClr val="accent5"/>
                </a:solidFill>
              </a:rPr>
              <a:t>24</a:t>
            </a:fld>
            <a:endParaRPr lang="ru-RU">
              <a:solidFill>
                <a:schemeClr val="accent5"/>
              </a:solidFill>
            </a:endParaRPr>
          </a:p>
        </p:txBody>
      </p:sp>
      <p:sp>
        <p:nvSpPr>
          <p:cNvPr id="1309984970" name="Текст 2"/>
          <p:cNvSpPr>
            <a:spLocks noGrp="1"/>
          </p:cNvSpPr>
          <p:nvPr>
            <p:ph type="body" sz="quarter" idx="26"/>
          </p:nvPr>
        </p:nvSpPr>
        <p:spPr bwMode="auto">
          <a:xfrm>
            <a:off x="616304" y="3286814"/>
            <a:ext cx="3264113" cy="2375115"/>
          </a:xfrm>
          <a:prstGeom prst="roundRect">
            <a:avLst>
              <a:gd name="adj" fmla="val 0"/>
            </a:avLst>
          </a:prstGeom>
          <a:noFill/>
        </p:spPr>
        <p:txBody>
          <a:bodyPr wrap="square"/>
          <a:lstStyle/>
          <a:p>
            <a:pPr marL="0" indent="0">
              <a:defRPr/>
              <a:spcAft>
                <a:spcPts val="300"/>
              </a:spcAft>
              <a:buNone/>
            </a:pPr>
            <a:r>
              <a:rPr sz="1600" b="1" i="0">
                <a:solidFill>
                  <a:srgbClr val="520978"/>
                </a:solidFill>
                <a:latin typeface="Montserrat"/>
              </a:rPr>
              <a:t>Ближайшее</a:t>
            </a:r>
            <a:endParaRPr lang="ru-RU">
              <a:solidFill>
                <a:schemeClr val="tx1"/>
              </a:solidFill>
            </a:endParaRPr>
          </a:p>
          <a:p>
            <a:pPr marL="0" indent="0">
              <a:defRPr/>
              <a:spcAft>
                <a:spcPts val="300"/>
              </a:spcAft>
              <a:buNone/>
            </a:pPr>
            <a:r>
              <a:rPr sz="1200" b="0" i="0">
                <a:solidFill>
                  <a:srgbClr val="1C1D22"/>
                </a:solidFill>
                <a:latin typeface="Montserrat"/>
              </a:rPr>
              <a:t/>
            </a:r>
            <a:endParaRPr lang="ru-RU">
              <a:solidFill>
                <a:schemeClr val="tx1"/>
              </a:solidFill>
            </a:endParaRPr>
          </a:p>
          <a:p>
            <a:pPr marL="0" indent="0">
              <a:defRPr/>
              <a:spcAft>
                <a:spcPts val="300"/>
              </a:spcAft>
              <a:buNone/>
            </a:pPr>
            <a:r>
              <a:rPr sz="1200" b="0" i="0">
                <a:solidFill>
                  <a:srgbClr val="1C1D22"/>
                </a:solidFill>
                <a:latin typeface="Montserrat"/>
              </a:rPr>
              <a:t>Разметить снимки Департамента под все двенадцать классов, дообучить детектор и собрать свой проверочный набор с разной освещённостью, сезонностью и ракурсами.</a:t>
            </a:r>
            <a:endParaRPr lang="ru-RU">
              <a:solidFill>
                <a:schemeClr val="tx1"/>
              </a:solidFill>
            </a:endParaRPr>
          </a:p>
        </p:txBody>
      </p:sp>
      <p:sp>
        <p:nvSpPr>
          <p:cNvPr id="557393163" name="Текст 3"/>
          <p:cNvSpPr>
            <a:spLocks noGrp="1"/>
          </p:cNvSpPr>
          <p:nvPr>
            <p:ph type="body" sz="quarter" idx="31"/>
          </p:nvPr>
        </p:nvSpPr>
        <p:spPr bwMode="auto">
          <a:xfrm>
            <a:off x="4569890" y="3264544"/>
            <a:ext cx="3264113" cy="2375115"/>
          </a:xfrm>
          <a:prstGeom prst="roundRect">
            <a:avLst>
              <a:gd name="adj" fmla="val 0"/>
            </a:avLst>
          </a:prstGeom>
          <a:noFill/>
        </p:spPr>
        <p:txBody>
          <a:bodyPr wrap="square"/>
          <a:lstStyle/>
          <a:p>
            <a:pPr marL="0" indent="0">
              <a:defRPr/>
              <a:spcAft>
                <a:spcPts val="300"/>
              </a:spcAft>
              <a:buNone/>
            </a:pPr>
            <a:r>
              <a:rPr sz="1600" b="1" i="0">
                <a:solidFill>
                  <a:srgbClr val="520978"/>
                </a:solidFill>
                <a:latin typeface="Montserrat"/>
              </a:rPr>
              <a:t>Вглубь методики</a:t>
            </a:r>
            <a:endParaRPr lang="ru-RU">
              <a:solidFill>
                <a:schemeClr val="tx1"/>
              </a:solidFill>
            </a:endParaRPr>
          </a:p>
          <a:p>
            <a:pPr marL="0" indent="0">
              <a:defRPr/>
              <a:spcAft>
                <a:spcPts val="300"/>
              </a:spcAft>
              <a:buNone/>
            </a:pPr>
            <a:r>
              <a:rPr sz="1200" b="0" i="0">
                <a:solidFill>
                  <a:srgbClr val="1C1D22"/>
                </a:solidFill>
                <a:latin typeface="Montserrat"/>
              </a:rPr>
              <a:t/>
            </a:r>
            <a:endParaRPr lang="ru-RU">
              <a:solidFill>
                <a:schemeClr val="tx1"/>
              </a:solidFill>
            </a:endParaRPr>
          </a:p>
          <a:p>
            <a:pPr marL="0" indent="0">
              <a:defRPr/>
              <a:spcAft>
                <a:spcPts val="300"/>
              </a:spcAft>
              <a:buNone/>
            </a:pPr>
            <a:r>
              <a:rPr sz="1200" b="0" i="0">
                <a:solidFill>
                  <a:srgbClr val="1C1D22"/>
                </a:solidFill>
                <a:latin typeface="Montserrat"/>
              </a:rPr>
              <a:t>Переложить ресурсные отпечатки на полный справочник работ Департамента: 380 позиций вместо семи обобщённых видов. Сверить нормы выработки с ЕНиР и ГЭСН.</a:t>
            </a:r>
            <a:endParaRPr lang="ru-RU">
              <a:solidFill>
                <a:schemeClr val="tx1"/>
              </a:solidFill>
            </a:endParaRPr>
          </a:p>
        </p:txBody>
      </p:sp>
      <p:sp>
        <p:nvSpPr>
          <p:cNvPr id="180915369" name="Текст 4"/>
          <p:cNvSpPr>
            <a:spLocks noGrp="1"/>
          </p:cNvSpPr>
          <p:nvPr>
            <p:ph type="body" sz="quarter" idx="32"/>
          </p:nvPr>
        </p:nvSpPr>
        <p:spPr bwMode="auto">
          <a:xfrm>
            <a:off x="8405081" y="3277471"/>
            <a:ext cx="3264113" cy="2375115"/>
          </a:xfrm>
          <a:prstGeom prst="roundRect">
            <a:avLst>
              <a:gd name="adj" fmla="val 0"/>
            </a:avLst>
          </a:prstGeom>
          <a:noFill/>
        </p:spPr>
        <p:txBody>
          <a:bodyPr wrap="square"/>
          <a:lstStyle/>
          <a:p>
            <a:pPr marL="0" indent="0">
              <a:defRPr/>
              <a:spcAft>
                <a:spcPts val="300"/>
              </a:spcAft>
              <a:buNone/>
            </a:pPr>
            <a:r>
              <a:rPr sz="1600" b="1" i="0">
                <a:solidFill>
                  <a:srgbClr val="520978"/>
                </a:solidFill>
                <a:latin typeface="Montserrat"/>
              </a:rPr>
              <a:t>Масштаб</a:t>
            </a:r>
            <a:endParaRPr lang="ru-RU">
              <a:solidFill>
                <a:schemeClr val="tx1"/>
              </a:solidFill>
            </a:endParaRPr>
          </a:p>
          <a:p>
            <a:pPr marL="0" indent="0">
              <a:defRPr/>
              <a:spcAft>
                <a:spcPts val="300"/>
              </a:spcAft>
              <a:buNone/>
            </a:pPr>
            <a:r>
              <a:rPr sz="1200" b="0" i="0">
                <a:solidFill>
                  <a:srgbClr val="1C1D22"/>
                </a:solidFill>
                <a:latin typeface="Montserrat"/>
              </a:rPr>
              <a:t/>
            </a:r>
            <a:endParaRPr lang="ru-RU">
              <a:solidFill>
                <a:schemeClr val="tx1"/>
              </a:solidFill>
            </a:endParaRPr>
          </a:p>
          <a:p>
            <a:pPr marL="0" indent="0">
              <a:defRPr/>
              <a:spcAft>
                <a:spcPts val="300"/>
              </a:spcAft>
              <a:buNone/>
            </a:pPr>
            <a:r>
              <a:rPr sz="1200" b="0" i="0">
                <a:solidFill>
                  <a:srgbClr val="1C1D22"/>
                </a:solidFill>
                <a:latin typeface="Montserrat"/>
              </a:rPr>
              <a:t>Объекты и камеры добавляются записями в справочнике, логика от их числа не зависит. Новые источники: фотофиксация с телефона, съёмка с БПЛА. Выгрузка отклонений в систему заказчика.</a:t>
            </a:r>
            <a:endParaRPr lang="ru-RU">
              <a:solidFill>
                <a:schemeClr val="tx1"/>
              </a:solidFill>
            </a:endParaRPr>
          </a:p>
        </p:txBody>
      </p:sp>
      <p:cxnSp>
        <p:nvCxnSpPr>
          <p:cNvPr id="833536713" name="Google Shape;2799;p94"/>
          <p:cNvCxnSpPr/>
          <p:nvPr/>
        </p:nvCxnSpPr>
        <p:spPr bwMode="auto">
          <a:xfrm flipV="1">
            <a:off x="3041995" y="2120995"/>
            <a:ext cx="2288595" cy="11479"/>
          </a:xfrm>
          <a:prstGeom prst="straightConnector1">
            <a:avLst/>
          </a:prstGeom>
          <a:ln w="12700"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1768633593" name="Google Shape;2829;p94"/>
          <p:cNvGrpSpPr/>
          <p:nvPr/>
        </p:nvGrpSpPr>
        <p:grpSpPr bwMode="auto">
          <a:xfrm>
            <a:off x="1899087" y="1753233"/>
            <a:ext cx="738531" cy="687909"/>
            <a:chOff x="3385733" y="2233242"/>
            <a:chExt cx="340504" cy="319542"/>
          </a:xfrm>
        </p:grpSpPr>
        <p:sp>
          <p:nvSpPr>
            <p:cNvPr id="63" name="Google Shape;2830;p94"/>
            <p:cNvSpPr/>
            <p:nvPr/>
          </p:nvSpPr>
          <p:spPr bwMode="auto">
            <a:xfrm>
              <a:off x="3385733" y="2233242"/>
              <a:ext cx="340504" cy="319542"/>
            </a:xfrm>
            <a:custGeom>
              <a:avLst/>
              <a:gdLst/>
              <a:ahLst/>
              <a:cxnLst/>
              <a:rect l="l" t="t" r="r" b="b"/>
              <a:pathLst>
                <a:path w="10122" h="9289" fill="norm" stroke="1" extrusionOk="0">
                  <a:moveTo>
                    <a:pt x="9574" y="310"/>
                  </a:moveTo>
                  <a:cubicBezTo>
                    <a:pt x="9717" y="310"/>
                    <a:pt x="9812" y="406"/>
                    <a:pt x="9812" y="549"/>
                  </a:cubicBezTo>
                  <a:lnTo>
                    <a:pt x="9812" y="5669"/>
                  </a:lnTo>
                  <a:lnTo>
                    <a:pt x="8622" y="5669"/>
                  </a:lnTo>
                  <a:cubicBezTo>
                    <a:pt x="8550" y="5669"/>
                    <a:pt x="8479" y="5740"/>
                    <a:pt x="8479" y="5812"/>
                  </a:cubicBezTo>
                  <a:cubicBezTo>
                    <a:pt x="8479" y="5907"/>
                    <a:pt x="8550" y="5978"/>
                    <a:pt x="8622" y="5978"/>
                  </a:cubicBezTo>
                  <a:lnTo>
                    <a:pt x="9812" y="5978"/>
                  </a:lnTo>
                  <a:lnTo>
                    <a:pt x="9812" y="6455"/>
                  </a:lnTo>
                  <a:cubicBezTo>
                    <a:pt x="9812" y="6597"/>
                    <a:pt x="9717" y="6717"/>
                    <a:pt x="9574" y="6717"/>
                  </a:cubicBezTo>
                  <a:lnTo>
                    <a:pt x="549" y="6717"/>
                  </a:lnTo>
                  <a:cubicBezTo>
                    <a:pt x="406" y="6717"/>
                    <a:pt x="287" y="6597"/>
                    <a:pt x="287" y="6455"/>
                  </a:cubicBezTo>
                  <a:lnTo>
                    <a:pt x="287" y="5978"/>
                  </a:lnTo>
                  <a:lnTo>
                    <a:pt x="7979" y="5978"/>
                  </a:lnTo>
                  <a:cubicBezTo>
                    <a:pt x="8050" y="5978"/>
                    <a:pt x="8122" y="5907"/>
                    <a:pt x="8122" y="5812"/>
                  </a:cubicBezTo>
                  <a:cubicBezTo>
                    <a:pt x="8122" y="5740"/>
                    <a:pt x="8050" y="5669"/>
                    <a:pt x="7979" y="5669"/>
                  </a:cubicBezTo>
                  <a:lnTo>
                    <a:pt x="6216" y="5669"/>
                  </a:lnTo>
                  <a:lnTo>
                    <a:pt x="6216" y="310"/>
                  </a:lnTo>
                  <a:close/>
                  <a:moveTo>
                    <a:pt x="5335" y="7002"/>
                  </a:moveTo>
                  <a:lnTo>
                    <a:pt x="5335" y="7193"/>
                  </a:lnTo>
                  <a:cubicBezTo>
                    <a:pt x="5335" y="7360"/>
                    <a:pt x="5216" y="7479"/>
                    <a:pt x="5049" y="7479"/>
                  </a:cubicBezTo>
                  <a:cubicBezTo>
                    <a:pt x="4907" y="7479"/>
                    <a:pt x="4764" y="7360"/>
                    <a:pt x="4764" y="7193"/>
                  </a:cubicBezTo>
                  <a:lnTo>
                    <a:pt x="4764" y="7002"/>
                  </a:lnTo>
                  <a:close/>
                  <a:moveTo>
                    <a:pt x="6073" y="7002"/>
                  </a:moveTo>
                  <a:lnTo>
                    <a:pt x="6169" y="8241"/>
                  </a:lnTo>
                  <a:lnTo>
                    <a:pt x="3954" y="8241"/>
                  </a:lnTo>
                  <a:lnTo>
                    <a:pt x="4049" y="7002"/>
                  </a:lnTo>
                  <a:lnTo>
                    <a:pt x="4478" y="7002"/>
                  </a:lnTo>
                  <a:lnTo>
                    <a:pt x="4478" y="7193"/>
                  </a:lnTo>
                  <a:cubicBezTo>
                    <a:pt x="4478" y="7526"/>
                    <a:pt x="4740" y="7788"/>
                    <a:pt x="5049" y="7788"/>
                  </a:cubicBezTo>
                  <a:cubicBezTo>
                    <a:pt x="5383" y="7788"/>
                    <a:pt x="5645" y="7526"/>
                    <a:pt x="5645" y="7193"/>
                  </a:cubicBezTo>
                  <a:lnTo>
                    <a:pt x="5645" y="7002"/>
                  </a:lnTo>
                  <a:close/>
                  <a:moveTo>
                    <a:pt x="6859" y="8526"/>
                  </a:moveTo>
                  <a:cubicBezTo>
                    <a:pt x="6883" y="8526"/>
                    <a:pt x="6907" y="8550"/>
                    <a:pt x="6907" y="8574"/>
                  </a:cubicBezTo>
                  <a:lnTo>
                    <a:pt x="6907" y="8955"/>
                  </a:lnTo>
                  <a:cubicBezTo>
                    <a:pt x="6907" y="8979"/>
                    <a:pt x="6883" y="9003"/>
                    <a:pt x="6859" y="9003"/>
                  </a:cubicBezTo>
                  <a:lnTo>
                    <a:pt x="3263" y="9003"/>
                  </a:lnTo>
                  <a:cubicBezTo>
                    <a:pt x="3240" y="9003"/>
                    <a:pt x="3216" y="8979"/>
                    <a:pt x="3216" y="8955"/>
                  </a:cubicBezTo>
                  <a:lnTo>
                    <a:pt x="3216" y="8574"/>
                  </a:lnTo>
                  <a:cubicBezTo>
                    <a:pt x="3216" y="8550"/>
                    <a:pt x="3240" y="8526"/>
                    <a:pt x="3263" y="8526"/>
                  </a:cubicBezTo>
                  <a:close/>
                  <a:moveTo>
                    <a:pt x="549" y="1"/>
                  </a:moveTo>
                  <a:cubicBezTo>
                    <a:pt x="239" y="1"/>
                    <a:pt x="1" y="239"/>
                    <a:pt x="1" y="549"/>
                  </a:cubicBezTo>
                  <a:lnTo>
                    <a:pt x="1" y="1477"/>
                  </a:lnTo>
                  <a:cubicBezTo>
                    <a:pt x="1" y="1573"/>
                    <a:pt x="72" y="1644"/>
                    <a:pt x="144" y="1644"/>
                  </a:cubicBezTo>
                  <a:cubicBezTo>
                    <a:pt x="215" y="1644"/>
                    <a:pt x="287" y="1573"/>
                    <a:pt x="287" y="1477"/>
                  </a:cubicBezTo>
                  <a:lnTo>
                    <a:pt x="287" y="549"/>
                  </a:lnTo>
                  <a:cubicBezTo>
                    <a:pt x="287" y="406"/>
                    <a:pt x="406" y="310"/>
                    <a:pt x="549" y="310"/>
                  </a:cubicBezTo>
                  <a:lnTo>
                    <a:pt x="5907" y="310"/>
                  </a:lnTo>
                  <a:lnTo>
                    <a:pt x="5907" y="5669"/>
                  </a:lnTo>
                  <a:lnTo>
                    <a:pt x="287" y="5669"/>
                  </a:lnTo>
                  <a:lnTo>
                    <a:pt x="287" y="2144"/>
                  </a:lnTo>
                  <a:cubicBezTo>
                    <a:pt x="287" y="2049"/>
                    <a:pt x="239" y="2001"/>
                    <a:pt x="144" y="2001"/>
                  </a:cubicBezTo>
                  <a:cubicBezTo>
                    <a:pt x="72" y="2001"/>
                    <a:pt x="1" y="2049"/>
                    <a:pt x="1" y="2144"/>
                  </a:cubicBezTo>
                  <a:lnTo>
                    <a:pt x="1" y="6455"/>
                  </a:lnTo>
                  <a:cubicBezTo>
                    <a:pt x="1" y="6764"/>
                    <a:pt x="239" y="7002"/>
                    <a:pt x="549" y="7002"/>
                  </a:cubicBezTo>
                  <a:lnTo>
                    <a:pt x="3763" y="7002"/>
                  </a:lnTo>
                  <a:lnTo>
                    <a:pt x="3644" y="8241"/>
                  </a:lnTo>
                  <a:lnTo>
                    <a:pt x="3263" y="8241"/>
                  </a:lnTo>
                  <a:cubicBezTo>
                    <a:pt x="3073" y="8241"/>
                    <a:pt x="2930" y="8384"/>
                    <a:pt x="2930" y="8574"/>
                  </a:cubicBezTo>
                  <a:lnTo>
                    <a:pt x="2930" y="8955"/>
                  </a:lnTo>
                  <a:cubicBezTo>
                    <a:pt x="2930" y="9146"/>
                    <a:pt x="3073" y="9288"/>
                    <a:pt x="3263" y="9288"/>
                  </a:cubicBezTo>
                  <a:lnTo>
                    <a:pt x="6859" y="9288"/>
                  </a:lnTo>
                  <a:cubicBezTo>
                    <a:pt x="7050" y="9288"/>
                    <a:pt x="7193" y="9146"/>
                    <a:pt x="7193" y="8955"/>
                  </a:cubicBezTo>
                  <a:lnTo>
                    <a:pt x="7193" y="8574"/>
                  </a:lnTo>
                  <a:cubicBezTo>
                    <a:pt x="7193" y="8384"/>
                    <a:pt x="7050" y="8241"/>
                    <a:pt x="6859" y="8241"/>
                  </a:cubicBezTo>
                  <a:lnTo>
                    <a:pt x="6478" y="8241"/>
                  </a:lnTo>
                  <a:lnTo>
                    <a:pt x="6359" y="7002"/>
                  </a:lnTo>
                  <a:lnTo>
                    <a:pt x="9574" y="7002"/>
                  </a:lnTo>
                  <a:cubicBezTo>
                    <a:pt x="9860" y="7002"/>
                    <a:pt x="10122" y="6764"/>
                    <a:pt x="10122" y="6455"/>
                  </a:cubicBezTo>
                  <a:lnTo>
                    <a:pt x="10122" y="549"/>
                  </a:lnTo>
                  <a:cubicBezTo>
                    <a:pt x="10122" y="239"/>
                    <a:pt x="9884" y="1"/>
                    <a:pt x="9574" y="1"/>
                  </a:cubicBezTo>
                  <a:close/>
                </a:path>
              </a:pathLst>
            </a:custGeom>
            <a:solidFill>
              <a:srgbClr val="FD0C50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 sz="2400"/>
            </a:p>
          </p:txBody>
        </p:sp>
        <p:sp>
          <p:nvSpPr>
            <p:cNvPr id="64" name="Google Shape;2831;p94"/>
            <p:cNvSpPr/>
            <p:nvPr/>
          </p:nvSpPr>
          <p:spPr bwMode="auto">
            <a:xfrm>
              <a:off x="3420988" y="2296022"/>
              <a:ext cx="143441" cy="113382"/>
            </a:xfrm>
            <a:custGeom>
              <a:avLst/>
              <a:gdLst/>
              <a:ahLst/>
              <a:cxnLst/>
              <a:rect l="l" t="t" r="r" b="b"/>
              <a:pathLst>
                <a:path w="4264" h="3296" fill="norm" stroke="1" extrusionOk="0">
                  <a:moveTo>
                    <a:pt x="3897" y="0"/>
                  </a:moveTo>
                  <a:cubicBezTo>
                    <a:pt x="3848" y="0"/>
                    <a:pt x="3805" y="22"/>
                    <a:pt x="3787" y="57"/>
                  </a:cubicBezTo>
                  <a:lnTo>
                    <a:pt x="2835" y="1176"/>
                  </a:lnTo>
                  <a:lnTo>
                    <a:pt x="2596" y="986"/>
                  </a:lnTo>
                  <a:cubicBezTo>
                    <a:pt x="2573" y="962"/>
                    <a:pt x="2537" y="950"/>
                    <a:pt x="2501" y="950"/>
                  </a:cubicBezTo>
                  <a:cubicBezTo>
                    <a:pt x="2465" y="950"/>
                    <a:pt x="2430" y="962"/>
                    <a:pt x="2406" y="986"/>
                  </a:cubicBezTo>
                  <a:lnTo>
                    <a:pt x="1811" y="1629"/>
                  </a:lnTo>
                  <a:lnTo>
                    <a:pt x="1096" y="1367"/>
                  </a:lnTo>
                  <a:cubicBezTo>
                    <a:pt x="1084" y="1355"/>
                    <a:pt x="1066" y="1349"/>
                    <a:pt x="1045" y="1349"/>
                  </a:cubicBezTo>
                  <a:cubicBezTo>
                    <a:pt x="1025" y="1349"/>
                    <a:pt x="1001" y="1355"/>
                    <a:pt x="977" y="1367"/>
                  </a:cubicBezTo>
                  <a:lnTo>
                    <a:pt x="286" y="1772"/>
                  </a:lnTo>
                  <a:lnTo>
                    <a:pt x="286" y="462"/>
                  </a:lnTo>
                  <a:cubicBezTo>
                    <a:pt x="286" y="391"/>
                    <a:pt x="239" y="319"/>
                    <a:pt x="144" y="319"/>
                  </a:cubicBezTo>
                  <a:cubicBezTo>
                    <a:pt x="72" y="319"/>
                    <a:pt x="1" y="391"/>
                    <a:pt x="1" y="462"/>
                  </a:cubicBezTo>
                  <a:lnTo>
                    <a:pt x="1" y="3153"/>
                  </a:lnTo>
                  <a:cubicBezTo>
                    <a:pt x="1" y="3225"/>
                    <a:pt x="72" y="3296"/>
                    <a:pt x="144" y="3296"/>
                  </a:cubicBezTo>
                  <a:lnTo>
                    <a:pt x="4121" y="3296"/>
                  </a:lnTo>
                  <a:cubicBezTo>
                    <a:pt x="4192" y="3296"/>
                    <a:pt x="4263" y="3225"/>
                    <a:pt x="4263" y="3153"/>
                  </a:cubicBezTo>
                  <a:cubicBezTo>
                    <a:pt x="4263" y="3082"/>
                    <a:pt x="4216" y="3010"/>
                    <a:pt x="4121" y="3010"/>
                  </a:cubicBezTo>
                  <a:lnTo>
                    <a:pt x="4049" y="3010"/>
                  </a:lnTo>
                  <a:lnTo>
                    <a:pt x="4049" y="2200"/>
                  </a:lnTo>
                  <a:cubicBezTo>
                    <a:pt x="4049" y="2105"/>
                    <a:pt x="3978" y="2034"/>
                    <a:pt x="3906" y="2034"/>
                  </a:cubicBezTo>
                  <a:cubicBezTo>
                    <a:pt x="3811" y="2034"/>
                    <a:pt x="3739" y="2105"/>
                    <a:pt x="3739" y="2200"/>
                  </a:cubicBezTo>
                  <a:lnTo>
                    <a:pt x="3739" y="3010"/>
                  </a:lnTo>
                  <a:lnTo>
                    <a:pt x="3382" y="3010"/>
                  </a:lnTo>
                  <a:lnTo>
                    <a:pt x="3382" y="2891"/>
                  </a:lnTo>
                  <a:cubicBezTo>
                    <a:pt x="3382" y="2820"/>
                    <a:pt x="3311" y="2748"/>
                    <a:pt x="3239" y="2748"/>
                  </a:cubicBezTo>
                  <a:cubicBezTo>
                    <a:pt x="3144" y="2748"/>
                    <a:pt x="3073" y="2796"/>
                    <a:pt x="3073" y="2891"/>
                  </a:cubicBezTo>
                  <a:lnTo>
                    <a:pt x="3073" y="3010"/>
                  </a:lnTo>
                  <a:lnTo>
                    <a:pt x="2573" y="3010"/>
                  </a:lnTo>
                  <a:lnTo>
                    <a:pt x="2573" y="2891"/>
                  </a:lnTo>
                  <a:cubicBezTo>
                    <a:pt x="2573" y="2820"/>
                    <a:pt x="2525" y="2748"/>
                    <a:pt x="2430" y="2748"/>
                  </a:cubicBezTo>
                  <a:cubicBezTo>
                    <a:pt x="2358" y="2748"/>
                    <a:pt x="2287" y="2796"/>
                    <a:pt x="2287" y="2891"/>
                  </a:cubicBezTo>
                  <a:lnTo>
                    <a:pt x="2287" y="3010"/>
                  </a:lnTo>
                  <a:lnTo>
                    <a:pt x="1787" y="3010"/>
                  </a:lnTo>
                  <a:lnTo>
                    <a:pt x="1787" y="2891"/>
                  </a:lnTo>
                  <a:cubicBezTo>
                    <a:pt x="1787" y="2820"/>
                    <a:pt x="1715" y="2748"/>
                    <a:pt x="1644" y="2748"/>
                  </a:cubicBezTo>
                  <a:cubicBezTo>
                    <a:pt x="1549" y="2748"/>
                    <a:pt x="1501" y="2796"/>
                    <a:pt x="1501" y="2891"/>
                  </a:cubicBezTo>
                  <a:lnTo>
                    <a:pt x="1501" y="3010"/>
                  </a:lnTo>
                  <a:lnTo>
                    <a:pt x="1001" y="3010"/>
                  </a:lnTo>
                  <a:lnTo>
                    <a:pt x="1001" y="2891"/>
                  </a:lnTo>
                  <a:cubicBezTo>
                    <a:pt x="1001" y="2820"/>
                    <a:pt x="929" y="2748"/>
                    <a:pt x="834" y="2748"/>
                  </a:cubicBezTo>
                  <a:cubicBezTo>
                    <a:pt x="763" y="2748"/>
                    <a:pt x="691" y="2796"/>
                    <a:pt x="691" y="2891"/>
                  </a:cubicBezTo>
                  <a:lnTo>
                    <a:pt x="691" y="3010"/>
                  </a:lnTo>
                  <a:lnTo>
                    <a:pt x="286" y="3010"/>
                  </a:lnTo>
                  <a:lnTo>
                    <a:pt x="286" y="2105"/>
                  </a:lnTo>
                  <a:lnTo>
                    <a:pt x="1048" y="1653"/>
                  </a:lnTo>
                  <a:lnTo>
                    <a:pt x="1811" y="1962"/>
                  </a:lnTo>
                  <a:cubicBezTo>
                    <a:pt x="1823" y="1969"/>
                    <a:pt x="1838" y="1972"/>
                    <a:pt x="1853" y="1972"/>
                  </a:cubicBezTo>
                  <a:cubicBezTo>
                    <a:pt x="1893" y="1972"/>
                    <a:pt x="1936" y="1950"/>
                    <a:pt x="1953" y="1915"/>
                  </a:cubicBezTo>
                  <a:lnTo>
                    <a:pt x="2525" y="1296"/>
                  </a:lnTo>
                  <a:lnTo>
                    <a:pt x="2763" y="1486"/>
                  </a:lnTo>
                  <a:cubicBezTo>
                    <a:pt x="2795" y="1518"/>
                    <a:pt x="2828" y="1531"/>
                    <a:pt x="2860" y="1531"/>
                  </a:cubicBezTo>
                  <a:cubicBezTo>
                    <a:pt x="2899" y="1531"/>
                    <a:pt x="2938" y="1512"/>
                    <a:pt x="2977" y="1486"/>
                  </a:cubicBezTo>
                  <a:lnTo>
                    <a:pt x="3739" y="557"/>
                  </a:lnTo>
                  <a:lnTo>
                    <a:pt x="3739" y="1534"/>
                  </a:lnTo>
                  <a:cubicBezTo>
                    <a:pt x="3739" y="1629"/>
                    <a:pt x="3811" y="1677"/>
                    <a:pt x="3882" y="1677"/>
                  </a:cubicBezTo>
                  <a:cubicBezTo>
                    <a:pt x="3978" y="1677"/>
                    <a:pt x="4049" y="1629"/>
                    <a:pt x="4049" y="1534"/>
                  </a:cubicBezTo>
                  <a:lnTo>
                    <a:pt x="4049" y="152"/>
                  </a:lnTo>
                  <a:cubicBezTo>
                    <a:pt x="4049" y="81"/>
                    <a:pt x="4001" y="33"/>
                    <a:pt x="3954" y="10"/>
                  </a:cubicBezTo>
                  <a:cubicBezTo>
                    <a:pt x="3935" y="3"/>
                    <a:pt x="3916" y="0"/>
                    <a:pt x="3897" y="0"/>
                  </a:cubicBezTo>
                  <a:close/>
                </a:path>
              </a:pathLst>
            </a:custGeom>
            <a:solidFill>
              <a:srgbClr val="E4EAE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 sz="2400"/>
            </a:p>
          </p:txBody>
        </p:sp>
        <p:sp>
          <p:nvSpPr>
            <p:cNvPr id="65" name="Google Shape;2832;p94"/>
            <p:cNvSpPr/>
            <p:nvPr/>
          </p:nvSpPr>
          <p:spPr bwMode="auto">
            <a:xfrm>
              <a:off x="3451433" y="2319276"/>
              <a:ext cx="9655" cy="13966"/>
            </a:xfrm>
            <a:custGeom>
              <a:avLst/>
              <a:gdLst/>
              <a:ahLst/>
              <a:cxnLst/>
              <a:rect l="l" t="t" r="r" b="b"/>
              <a:pathLst>
                <a:path w="287" h="406" fill="norm" stroke="1" extrusionOk="0">
                  <a:moveTo>
                    <a:pt x="143" y="0"/>
                  </a:moveTo>
                  <a:cubicBezTo>
                    <a:pt x="72" y="0"/>
                    <a:pt x="1" y="72"/>
                    <a:pt x="1" y="167"/>
                  </a:cubicBezTo>
                  <a:lnTo>
                    <a:pt x="1" y="262"/>
                  </a:lnTo>
                  <a:cubicBezTo>
                    <a:pt x="1" y="358"/>
                    <a:pt x="72" y="405"/>
                    <a:pt x="143" y="405"/>
                  </a:cubicBezTo>
                  <a:cubicBezTo>
                    <a:pt x="239" y="405"/>
                    <a:pt x="286" y="358"/>
                    <a:pt x="286" y="262"/>
                  </a:cubicBezTo>
                  <a:lnTo>
                    <a:pt x="286" y="167"/>
                  </a:lnTo>
                  <a:cubicBezTo>
                    <a:pt x="286" y="72"/>
                    <a:pt x="239" y="0"/>
                    <a:pt x="143" y="0"/>
                  </a:cubicBezTo>
                  <a:close/>
                </a:path>
              </a:pathLst>
            </a:custGeom>
            <a:solidFill>
              <a:srgbClr val="E4EAE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 sz="2400"/>
            </a:p>
          </p:txBody>
        </p:sp>
        <p:sp>
          <p:nvSpPr>
            <p:cNvPr id="66" name="Google Shape;2833;p94"/>
            <p:cNvSpPr/>
            <p:nvPr/>
          </p:nvSpPr>
          <p:spPr bwMode="auto">
            <a:xfrm>
              <a:off x="3500312" y="2305344"/>
              <a:ext cx="10428" cy="13966"/>
            </a:xfrm>
            <a:custGeom>
              <a:avLst/>
              <a:gdLst/>
              <a:ahLst/>
              <a:cxnLst/>
              <a:rect l="l" t="t" r="r" b="b"/>
              <a:pathLst>
                <a:path w="310" h="406" fill="norm" stroke="1" extrusionOk="0">
                  <a:moveTo>
                    <a:pt x="143" y="1"/>
                  </a:moveTo>
                  <a:cubicBezTo>
                    <a:pt x="72" y="1"/>
                    <a:pt x="0" y="72"/>
                    <a:pt x="0" y="143"/>
                  </a:cubicBezTo>
                  <a:lnTo>
                    <a:pt x="0" y="262"/>
                  </a:lnTo>
                  <a:cubicBezTo>
                    <a:pt x="0" y="334"/>
                    <a:pt x="72" y="405"/>
                    <a:pt x="143" y="405"/>
                  </a:cubicBezTo>
                  <a:cubicBezTo>
                    <a:pt x="238" y="405"/>
                    <a:pt x="310" y="334"/>
                    <a:pt x="310" y="262"/>
                  </a:cubicBezTo>
                  <a:lnTo>
                    <a:pt x="310" y="143"/>
                  </a:lnTo>
                  <a:cubicBezTo>
                    <a:pt x="310" y="72"/>
                    <a:pt x="238" y="1"/>
                    <a:pt x="143" y="1"/>
                  </a:cubicBezTo>
                  <a:close/>
                </a:path>
              </a:pathLst>
            </a:custGeom>
            <a:solidFill>
              <a:srgbClr val="E4EAE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 sz="2400"/>
            </a:p>
          </p:txBody>
        </p:sp>
        <p:sp>
          <p:nvSpPr>
            <p:cNvPr id="67" name="Google Shape;2834;p94"/>
            <p:cNvSpPr/>
            <p:nvPr/>
          </p:nvSpPr>
          <p:spPr bwMode="auto">
            <a:xfrm>
              <a:off x="3546769" y="2275038"/>
              <a:ext cx="10462" cy="13966"/>
            </a:xfrm>
            <a:custGeom>
              <a:avLst/>
              <a:gdLst/>
              <a:ahLst/>
              <a:cxnLst/>
              <a:rect l="l" t="t" r="r" b="b"/>
              <a:pathLst>
                <a:path w="311" h="406" fill="norm" stroke="1" extrusionOk="0">
                  <a:moveTo>
                    <a:pt x="167" y="0"/>
                  </a:moveTo>
                  <a:cubicBezTo>
                    <a:pt x="72" y="0"/>
                    <a:pt x="0" y="48"/>
                    <a:pt x="0" y="143"/>
                  </a:cubicBezTo>
                  <a:lnTo>
                    <a:pt x="0" y="239"/>
                  </a:lnTo>
                  <a:cubicBezTo>
                    <a:pt x="0" y="334"/>
                    <a:pt x="72" y="405"/>
                    <a:pt x="167" y="405"/>
                  </a:cubicBezTo>
                  <a:cubicBezTo>
                    <a:pt x="239" y="405"/>
                    <a:pt x="310" y="334"/>
                    <a:pt x="310" y="239"/>
                  </a:cubicBezTo>
                  <a:lnTo>
                    <a:pt x="310" y="143"/>
                  </a:lnTo>
                  <a:cubicBezTo>
                    <a:pt x="310" y="48"/>
                    <a:pt x="239" y="0"/>
                    <a:pt x="167" y="0"/>
                  </a:cubicBezTo>
                  <a:close/>
                </a:path>
              </a:pathLst>
            </a:custGeom>
            <a:solidFill>
              <a:srgbClr val="E4EAE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 sz="2400"/>
            </a:p>
          </p:txBody>
        </p:sp>
        <p:sp>
          <p:nvSpPr>
            <p:cNvPr id="68" name="Google Shape;2835;p94"/>
            <p:cNvSpPr/>
            <p:nvPr/>
          </p:nvSpPr>
          <p:spPr bwMode="auto">
            <a:xfrm>
              <a:off x="3420988" y="2260280"/>
              <a:ext cx="27282" cy="9873"/>
            </a:xfrm>
            <a:custGeom>
              <a:avLst/>
              <a:gdLst/>
              <a:ahLst/>
              <a:cxnLst/>
              <a:rect l="l" t="t" r="r" b="b"/>
              <a:pathLst>
                <a:path w="811" h="287" fill="norm" stroke="1" extrusionOk="0">
                  <a:moveTo>
                    <a:pt x="144" y="1"/>
                  </a:moveTo>
                  <a:cubicBezTo>
                    <a:pt x="72" y="1"/>
                    <a:pt x="1" y="72"/>
                    <a:pt x="1" y="144"/>
                  </a:cubicBezTo>
                  <a:cubicBezTo>
                    <a:pt x="1" y="239"/>
                    <a:pt x="72" y="287"/>
                    <a:pt x="144" y="287"/>
                  </a:cubicBezTo>
                  <a:lnTo>
                    <a:pt x="667" y="287"/>
                  </a:lnTo>
                  <a:cubicBezTo>
                    <a:pt x="739" y="287"/>
                    <a:pt x="810" y="239"/>
                    <a:pt x="810" y="144"/>
                  </a:cubicBezTo>
                  <a:cubicBezTo>
                    <a:pt x="810" y="72"/>
                    <a:pt x="739" y="1"/>
                    <a:pt x="667" y="1"/>
                  </a:cubicBezTo>
                  <a:close/>
                </a:path>
              </a:pathLst>
            </a:custGeom>
            <a:solidFill>
              <a:srgbClr val="E4EAE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 sz="2400"/>
            </a:p>
          </p:txBody>
        </p:sp>
        <p:sp>
          <p:nvSpPr>
            <p:cNvPr id="69" name="Google Shape;2836;p94"/>
            <p:cNvSpPr/>
            <p:nvPr/>
          </p:nvSpPr>
          <p:spPr bwMode="auto">
            <a:xfrm>
              <a:off x="3420988" y="2279131"/>
              <a:ext cx="47298" cy="10698"/>
            </a:xfrm>
            <a:custGeom>
              <a:avLst/>
              <a:gdLst/>
              <a:ahLst/>
              <a:cxnLst/>
              <a:rect l="l" t="t" r="r" b="b"/>
              <a:pathLst>
                <a:path w="1406" h="311" fill="norm" stroke="1" extrusionOk="0">
                  <a:moveTo>
                    <a:pt x="144" y="0"/>
                  </a:moveTo>
                  <a:cubicBezTo>
                    <a:pt x="72" y="0"/>
                    <a:pt x="1" y="72"/>
                    <a:pt x="1" y="143"/>
                  </a:cubicBezTo>
                  <a:cubicBezTo>
                    <a:pt x="1" y="239"/>
                    <a:pt x="72" y="310"/>
                    <a:pt x="144" y="310"/>
                  </a:cubicBezTo>
                  <a:lnTo>
                    <a:pt x="1239" y="310"/>
                  </a:lnTo>
                  <a:cubicBezTo>
                    <a:pt x="1334" y="310"/>
                    <a:pt x="1406" y="239"/>
                    <a:pt x="1406" y="143"/>
                  </a:cubicBezTo>
                  <a:cubicBezTo>
                    <a:pt x="1406" y="72"/>
                    <a:pt x="1334" y="0"/>
                    <a:pt x="1239" y="0"/>
                  </a:cubicBezTo>
                  <a:close/>
                </a:path>
              </a:pathLst>
            </a:custGeom>
            <a:solidFill>
              <a:srgbClr val="E4EAE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 sz="2400"/>
            </a:p>
          </p:txBody>
        </p:sp>
        <p:sp>
          <p:nvSpPr>
            <p:cNvPr id="70" name="Google Shape;2837;p94"/>
            <p:cNvSpPr/>
            <p:nvPr/>
          </p:nvSpPr>
          <p:spPr bwMode="auto">
            <a:xfrm>
              <a:off x="3640490" y="2276689"/>
              <a:ext cx="31285" cy="54077"/>
            </a:xfrm>
            <a:custGeom>
              <a:avLst/>
              <a:gdLst/>
              <a:ahLst/>
              <a:cxnLst/>
              <a:rect l="l" t="t" r="r" b="b"/>
              <a:pathLst>
                <a:path w="930" h="1572" fill="norm" stroke="1" extrusionOk="0">
                  <a:moveTo>
                    <a:pt x="453" y="0"/>
                  </a:moveTo>
                  <a:cubicBezTo>
                    <a:pt x="382" y="0"/>
                    <a:pt x="310" y="48"/>
                    <a:pt x="310" y="143"/>
                  </a:cubicBezTo>
                  <a:lnTo>
                    <a:pt x="310" y="167"/>
                  </a:lnTo>
                  <a:cubicBezTo>
                    <a:pt x="144" y="214"/>
                    <a:pt x="1" y="357"/>
                    <a:pt x="1" y="548"/>
                  </a:cubicBezTo>
                  <a:cubicBezTo>
                    <a:pt x="1" y="762"/>
                    <a:pt x="167" y="929"/>
                    <a:pt x="382" y="929"/>
                  </a:cubicBezTo>
                  <a:lnTo>
                    <a:pt x="525" y="929"/>
                  </a:lnTo>
                  <a:cubicBezTo>
                    <a:pt x="572" y="929"/>
                    <a:pt x="620" y="976"/>
                    <a:pt x="620" y="1024"/>
                  </a:cubicBezTo>
                  <a:cubicBezTo>
                    <a:pt x="620" y="1072"/>
                    <a:pt x="572" y="1119"/>
                    <a:pt x="525" y="1119"/>
                  </a:cubicBezTo>
                  <a:lnTo>
                    <a:pt x="382" y="1119"/>
                  </a:lnTo>
                  <a:cubicBezTo>
                    <a:pt x="358" y="1119"/>
                    <a:pt x="310" y="1095"/>
                    <a:pt x="310" y="1048"/>
                  </a:cubicBezTo>
                  <a:cubicBezTo>
                    <a:pt x="293" y="994"/>
                    <a:pt x="234" y="967"/>
                    <a:pt x="176" y="967"/>
                  </a:cubicBezTo>
                  <a:cubicBezTo>
                    <a:pt x="157" y="967"/>
                    <a:pt x="138" y="970"/>
                    <a:pt x="120" y="976"/>
                  </a:cubicBezTo>
                  <a:cubicBezTo>
                    <a:pt x="48" y="1024"/>
                    <a:pt x="1" y="1095"/>
                    <a:pt x="48" y="1167"/>
                  </a:cubicBezTo>
                  <a:cubicBezTo>
                    <a:pt x="96" y="1286"/>
                    <a:pt x="191" y="1381"/>
                    <a:pt x="310" y="1405"/>
                  </a:cubicBezTo>
                  <a:cubicBezTo>
                    <a:pt x="310" y="1500"/>
                    <a:pt x="382" y="1572"/>
                    <a:pt x="453" y="1572"/>
                  </a:cubicBezTo>
                  <a:cubicBezTo>
                    <a:pt x="549" y="1572"/>
                    <a:pt x="620" y="1500"/>
                    <a:pt x="620" y="1405"/>
                  </a:cubicBezTo>
                  <a:cubicBezTo>
                    <a:pt x="787" y="1357"/>
                    <a:pt x="930" y="1215"/>
                    <a:pt x="930" y="1024"/>
                  </a:cubicBezTo>
                  <a:cubicBezTo>
                    <a:pt x="930" y="810"/>
                    <a:pt x="739" y="643"/>
                    <a:pt x="525" y="643"/>
                  </a:cubicBezTo>
                  <a:lnTo>
                    <a:pt x="382" y="643"/>
                  </a:lnTo>
                  <a:cubicBezTo>
                    <a:pt x="334" y="643"/>
                    <a:pt x="310" y="595"/>
                    <a:pt x="310" y="548"/>
                  </a:cubicBezTo>
                  <a:cubicBezTo>
                    <a:pt x="310" y="500"/>
                    <a:pt x="334" y="453"/>
                    <a:pt x="382" y="453"/>
                  </a:cubicBezTo>
                  <a:lnTo>
                    <a:pt x="525" y="453"/>
                  </a:lnTo>
                  <a:cubicBezTo>
                    <a:pt x="572" y="453"/>
                    <a:pt x="596" y="476"/>
                    <a:pt x="620" y="500"/>
                  </a:cubicBezTo>
                  <a:cubicBezTo>
                    <a:pt x="635" y="546"/>
                    <a:pt x="681" y="573"/>
                    <a:pt x="730" y="573"/>
                  </a:cubicBezTo>
                  <a:cubicBezTo>
                    <a:pt x="757" y="573"/>
                    <a:pt x="785" y="565"/>
                    <a:pt x="810" y="548"/>
                  </a:cubicBezTo>
                  <a:cubicBezTo>
                    <a:pt x="882" y="500"/>
                    <a:pt x="906" y="405"/>
                    <a:pt x="858" y="333"/>
                  </a:cubicBezTo>
                  <a:cubicBezTo>
                    <a:pt x="787" y="238"/>
                    <a:pt x="715" y="191"/>
                    <a:pt x="620" y="167"/>
                  </a:cubicBezTo>
                  <a:lnTo>
                    <a:pt x="620" y="143"/>
                  </a:lnTo>
                  <a:cubicBezTo>
                    <a:pt x="620" y="48"/>
                    <a:pt x="549" y="0"/>
                    <a:pt x="453" y="0"/>
                  </a:cubicBezTo>
                  <a:close/>
                </a:path>
              </a:pathLst>
            </a:custGeom>
            <a:solidFill>
              <a:srgbClr val="E4EAE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 sz="2400"/>
            </a:p>
          </p:txBody>
        </p:sp>
        <p:sp>
          <p:nvSpPr>
            <p:cNvPr id="71" name="Google Shape;2838;p94"/>
            <p:cNvSpPr/>
            <p:nvPr/>
          </p:nvSpPr>
          <p:spPr bwMode="auto">
            <a:xfrm>
              <a:off x="3614049" y="2260280"/>
              <a:ext cx="84167" cy="86069"/>
            </a:xfrm>
            <a:custGeom>
              <a:avLst/>
              <a:gdLst/>
              <a:ahLst/>
              <a:cxnLst/>
              <a:rect l="l" t="t" r="r" b="b"/>
              <a:pathLst>
                <a:path w="2502" h="2502" fill="norm" stroke="1" extrusionOk="0">
                  <a:moveTo>
                    <a:pt x="1239" y="287"/>
                  </a:moveTo>
                  <a:cubicBezTo>
                    <a:pt x="1763" y="287"/>
                    <a:pt x="2216" y="715"/>
                    <a:pt x="2216" y="1263"/>
                  </a:cubicBezTo>
                  <a:cubicBezTo>
                    <a:pt x="2216" y="1787"/>
                    <a:pt x="1787" y="2215"/>
                    <a:pt x="1239" y="2215"/>
                  </a:cubicBezTo>
                  <a:cubicBezTo>
                    <a:pt x="715" y="2215"/>
                    <a:pt x="287" y="1787"/>
                    <a:pt x="287" y="1263"/>
                  </a:cubicBezTo>
                  <a:cubicBezTo>
                    <a:pt x="287" y="715"/>
                    <a:pt x="715" y="287"/>
                    <a:pt x="1239" y="287"/>
                  </a:cubicBezTo>
                  <a:close/>
                  <a:moveTo>
                    <a:pt x="1239" y="1"/>
                  </a:moveTo>
                  <a:cubicBezTo>
                    <a:pt x="549" y="1"/>
                    <a:pt x="1" y="548"/>
                    <a:pt x="1" y="1239"/>
                  </a:cubicBezTo>
                  <a:cubicBezTo>
                    <a:pt x="1" y="1954"/>
                    <a:pt x="549" y="2501"/>
                    <a:pt x="1239" y="2501"/>
                  </a:cubicBezTo>
                  <a:cubicBezTo>
                    <a:pt x="1930" y="2501"/>
                    <a:pt x="2501" y="1954"/>
                    <a:pt x="2501" y="1239"/>
                  </a:cubicBezTo>
                  <a:cubicBezTo>
                    <a:pt x="2501" y="572"/>
                    <a:pt x="1930" y="1"/>
                    <a:pt x="1239" y="1"/>
                  </a:cubicBezTo>
                  <a:close/>
                </a:path>
              </a:pathLst>
            </a:custGeom>
            <a:solidFill>
              <a:srgbClr val="E4EAE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 sz="2400"/>
            </a:p>
          </p:txBody>
        </p:sp>
        <p:sp>
          <p:nvSpPr>
            <p:cNvPr id="72" name="Google Shape;2839;p94"/>
            <p:cNvSpPr/>
            <p:nvPr/>
          </p:nvSpPr>
          <p:spPr bwMode="auto">
            <a:xfrm>
              <a:off x="3610046" y="2358595"/>
              <a:ext cx="45717" cy="10698"/>
            </a:xfrm>
            <a:custGeom>
              <a:avLst/>
              <a:gdLst/>
              <a:ahLst/>
              <a:cxnLst/>
              <a:rect l="l" t="t" r="r" b="b"/>
              <a:pathLst>
                <a:path w="1359" h="311" fill="norm" stroke="1" extrusionOk="0">
                  <a:moveTo>
                    <a:pt x="144" y="0"/>
                  </a:moveTo>
                  <a:cubicBezTo>
                    <a:pt x="48" y="0"/>
                    <a:pt x="1" y="72"/>
                    <a:pt x="1" y="143"/>
                  </a:cubicBezTo>
                  <a:cubicBezTo>
                    <a:pt x="1" y="239"/>
                    <a:pt x="48" y="310"/>
                    <a:pt x="144" y="310"/>
                  </a:cubicBezTo>
                  <a:lnTo>
                    <a:pt x="1215" y="310"/>
                  </a:lnTo>
                  <a:cubicBezTo>
                    <a:pt x="1287" y="310"/>
                    <a:pt x="1358" y="239"/>
                    <a:pt x="1358" y="143"/>
                  </a:cubicBezTo>
                  <a:cubicBezTo>
                    <a:pt x="1358" y="72"/>
                    <a:pt x="1311" y="0"/>
                    <a:pt x="1215" y="0"/>
                  </a:cubicBezTo>
                  <a:close/>
                </a:path>
              </a:pathLst>
            </a:custGeom>
            <a:solidFill>
              <a:srgbClr val="E4EAE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 sz="2400"/>
            </a:p>
          </p:txBody>
        </p:sp>
        <p:sp>
          <p:nvSpPr>
            <p:cNvPr id="73" name="Google Shape;2840;p94"/>
            <p:cNvSpPr/>
            <p:nvPr/>
          </p:nvSpPr>
          <p:spPr bwMode="auto">
            <a:xfrm>
              <a:off x="3671742" y="2379063"/>
              <a:ext cx="25667" cy="9873"/>
            </a:xfrm>
            <a:custGeom>
              <a:avLst/>
              <a:gdLst/>
              <a:ahLst/>
              <a:cxnLst/>
              <a:rect l="l" t="t" r="r" b="b"/>
              <a:pathLst>
                <a:path w="763" h="287" fill="norm" stroke="1" extrusionOk="0">
                  <a:moveTo>
                    <a:pt x="143" y="1"/>
                  </a:moveTo>
                  <a:cubicBezTo>
                    <a:pt x="48" y="1"/>
                    <a:pt x="1" y="48"/>
                    <a:pt x="1" y="144"/>
                  </a:cubicBezTo>
                  <a:cubicBezTo>
                    <a:pt x="1" y="215"/>
                    <a:pt x="48" y="287"/>
                    <a:pt x="143" y="287"/>
                  </a:cubicBezTo>
                  <a:lnTo>
                    <a:pt x="596" y="287"/>
                  </a:lnTo>
                  <a:cubicBezTo>
                    <a:pt x="691" y="287"/>
                    <a:pt x="763" y="215"/>
                    <a:pt x="763" y="144"/>
                  </a:cubicBezTo>
                  <a:cubicBezTo>
                    <a:pt x="763" y="72"/>
                    <a:pt x="691" y="1"/>
                    <a:pt x="596" y="1"/>
                  </a:cubicBezTo>
                  <a:close/>
                </a:path>
              </a:pathLst>
            </a:custGeom>
            <a:solidFill>
              <a:srgbClr val="E4EAE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 sz="2400"/>
            </a:p>
          </p:txBody>
        </p:sp>
        <p:sp>
          <p:nvSpPr>
            <p:cNvPr id="74" name="Google Shape;2841;p94"/>
            <p:cNvSpPr/>
            <p:nvPr/>
          </p:nvSpPr>
          <p:spPr bwMode="auto">
            <a:xfrm>
              <a:off x="3610046" y="2379063"/>
              <a:ext cx="28897" cy="9873"/>
            </a:xfrm>
            <a:custGeom>
              <a:avLst/>
              <a:gdLst/>
              <a:ahLst/>
              <a:cxnLst/>
              <a:rect l="l" t="t" r="r" b="b"/>
              <a:pathLst>
                <a:path w="859" h="287" fill="norm" stroke="1" extrusionOk="0">
                  <a:moveTo>
                    <a:pt x="144" y="1"/>
                  </a:moveTo>
                  <a:cubicBezTo>
                    <a:pt x="48" y="1"/>
                    <a:pt x="1" y="48"/>
                    <a:pt x="1" y="144"/>
                  </a:cubicBezTo>
                  <a:cubicBezTo>
                    <a:pt x="1" y="215"/>
                    <a:pt x="48" y="287"/>
                    <a:pt x="144" y="287"/>
                  </a:cubicBezTo>
                  <a:lnTo>
                    <a:pt x="715" y="287"/>
                  </a:lnTo>
                  <a:cubicBezTo>
                    <a:pt x="787" y="287"/>
                    <a:pt x="858" y="215"/>
                    <a:pt x="858" y="144"/>
                  </a:cubicBezTo>
                  <a:cubicBezTo>
                    <a:pt x="858" y="72"/>
                    <a:pt x="811" y="1"/>
                    <a:pt x="715" y="1"/>
                  </a:cubicBezTo>
                  <a:close/>
                </a:path>
              </a:pathLst>
            </a:custGeom>
            <a:solidFill>
              <a:srgbClr val="E4EAE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 sz="2400"/>
            </a:p>
          </p:txBody>
        </p:sp>
        <p:sp>
          <p:nvSpPr>
            <p:cNvPr id="75" name="Google Shape;2842;p94"/>
            <p:cNvSpPr/>
            <p:nvPr/>
          </p:nvSpPr>
          <p:spPr bwMode="auto">
            <a:xfrm>
              <a:off x="3646108" y="2379063"/>
              <a:ext cx="19275" cy="9873"/>
            </a:xfrm>
            <a:custGeom>
              <a:avLst/>
              <a:gdLst/>
              <a:ahLst/>
              <a:cxnLst/>
              <a:rect l="l" t="t" r="r" b="b"/>
              <a:pathLst>
                <a:path w="573" h="287" fill="norm" stroke="1" extrusionOk="0">
                  <a:moveTo>
                    <a:pt x="143" y="1"/>
                  </a:moveTo>
                  <a:cubicBezTo>
                    <a:pt x="72" y="1"/>
                    <a:pt x="0" y="48"/>
                    <a:pt x="0" y="144"/>
                  </a:cubicBezTo>
                  <a:cubicBezTo>
                    <a:pt x="0" y="215"/>
                    <a:pt x="72" y="287"/>
                    <a:pt x="143" y="287"/>
                  </a:cubicBezTo>
                  <a:lnTo>
                    <a:pt x="429" y="287"/>
                  </a:lnTo>
                  <a:cubicBezTo>
                    <a:pt x="501" y="287"/>
                    <a:pt x="572" y="215"/>
                    <a:pt x="572" y="144"/>
                  </a:cubicBezTo>
                  <a:cubicBezTo>
                    <a:pt x="572" y="72"/>
                    <a:pt x="501" y="1"/>
                    <a:pt x="429" y="1"/>
                  </a:cubicBezTo>
                  <a:close/>
                </a:path>
              </a:pathLst>
            </a:custGeom>
            <a:solidFill>
              <a:srgbClr val="E4EAE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 sz="2400"/>
            </a:p>
          </p:txBody>
        </p:sp>
        <p:sp>
          <p:nvSpPr>
            <p:cNvPr id="76" name="Google Shape;2843;p94"/>
            <p:cNvSpPr/>
            <p:nvPr/>
          </p:nvSpPr>
          <p:spPr bwMode="auto">
            <a:xfrm>
              <a:off x="3610046" y="2398740"/>
              <a:ext cx="86556" cy="10664"/>
            </a:xfrm>
            <a:custGeom>
              <a:avLst/>
              <a:gdLst/>
              <a:ahLst/>
              <a:cxnLst/>
              <a:rect l="l" t="t" r="r" b="b"/>
              <a:pathLst>
                <a:path w="2573" h="310" fill="norm" stroke="1" extrusionOk="0">
                  <a:moveTo>
                    <a:pt x="144" y="0"/>
                  </a:moveTo>
                  <a:cubicBezTo>
                    <a:pt x="48" y="0"/>
                    <a:pt x="1" y="72"/>
                    <a:pt x="1" y="143"/>
                  </a:cubicBezTo>
                  <a:cubicBezTo>
                    <a:pt x="1" y="239"/>
                    <a:pt x="48" y="310"/>
                    <a:pt x="144" y="310"/>
                  </a:cubicBezTo>
                  <a:lnTo>
                    <a:pt x="2430" y="310"/>
                  </a:lnTo>
                  <a:cubicBezTo>
                    <a:pt x="2525" y="310"/>
                    <a:pt x="2573" y="239"/>
                    <a:pt x="2573" y="143"/>
                  </a:cubicBezTo>
                  <a:cubicBezTo>
                    <a:pt x="2573" y="72"/>
                    <a:pt x="2525" y="0"/>
                    <a:pt x="2430" y="0"/>
                  </a:cubicBezTo>
                  <a:close/>
                </a:path>
              </a:pathLst>
            </a:custGeom>
            <a:solidFill>
              <a:srgbClr val="E4EAE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 sz="2400"/>
            </a:p>
          </p:txBody>
        </p:sp>
      </p:grpSp>
      <p:grpSp>
        <p:nvGrpSpPr>
          <p:cNvPr id="1695641693" name="Google Shape;2818;p94"/>
          <p:cNvGrpSpPr/>
          <p:nvPr/>
        </p:nvGrpSpPr>
        <p:grpSpPr bwMode="auto">
          <a:xfrm>
            <a:off x="5710488" y="1722647"/>
            <a:ext cx="738531" cy="731528"/>
            <a:chOff x="4078718" y="2222819"/>
            <a:chExt cx="340504" cy="339803"/>
          </a:xfrm>
        </p:grpSpPr>
        <p:sp>
          <p:nvSpPr>
            <p:cNvPr id="84" name="Google Shape;2819;p94"/>
            <p:cNvSpPr/>
            <p:nvPr/>
          </p:nvSpPr>
          <p:spPr bwMode="auto">
            <a:xfrm>
              <a:off x="4267775" y="2311674"/>
              <a:ext cx="17661" cy="13382"/>
            </a:xfrm>
            <a:custGeom>
              <a:avLst/>
              <a:gdLst/>
              <a:ahLst/>
              <a:cxnLst/>
              <a:rect l="l" t="t" r="r" b="b"/>
              <a:pathLst>
                <a:path w="525" h="389" fill="norm" stroke="1" extrusionOk="0">
                  <a:moveTo>
                    <a:pt x="348" y="1"/>
                  </a:moveTo>
                  <a:cubicBezTo>
                    <a:pt x="335" y="1"/>
                    <a:pt x="323" y="3"/>
                    <a:pt x="310" y="7"/>
                  </a:cubicBezTo>
                  <a:lnTo>
                    <a:pt x="96" y="102"/>
                  </a:lnTo>
                  <a:cubicBezTo>
                    <a:pt x="24" y="126"/>
                    <a:pt x="1" y="221"/>
                    <a:pt x="24" y="293"/>
                  </a:cubicBezTo>
                  <a:cubicBezTo>
                    <a:pt x="48" y="340"/>
                    <a:pt x="96" y="388"/>
                    <a:pt x="143" y="388"/>
                  </a:cubicBezTo>
                  <a:cubicBezTo>
                    <a:pt x="167" y="388"/>
                    <a:pt x="191" y="388"/>
                    <a:pt x="215" y="364"/>
                  </a:cubicBezTo>
                  <a:lnTo>
                    <a:pt x="405" y="293"/>
                  </a:lnTo>
                  <a:cubicBezTo>
                    <a:pt x="477" y="269"/>
                    <a:pt x="524" y="174"/>
                    <a:pt x="501" y="102"/>
                  </a:cubicBezTo>
                  <a:cubicBezTo>
                    <a:pt x="461" y="44"/>
                    <a:pt x="406" y="1"/>
                    <a:pt x="348" y="1"/>
                  </a:cubicBezTo>
                  <a:close/>
                </a:path>
              </a:pathLst>
            </a:custGeom>
            <a:solidFill>
              <a:srgbClr val="E4EAE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 sz="2400"/>
            </a:p>
          </p:txBody>
        </p:sp>
        <p:sp>
          <p:nvSpPr>
            <p:cNvPr id="85" name="Google Shape;2820;p94"/>
            <p:cNvSpPr/>
            <p:nvPr/>
          </p:nvSpPr>
          <p:spPr bwMode="auto">
            <a:xfrm>
              <a:off x="4257347" y="2292719"/>
              <a:ext cx="16080" cy="15927"/>
            </a:xfrm>
            <a:custGeom>
              <a:avLst/>
              <a:gdLst/>
              <a:ahLst/>
              <a:cxnLst/>
              <a:rect l="l" t="t" r="r" b="b"/>
              <a:pathLst>
                <a:path w="478" h="463" fill="norm" stroke="1" extrusionOk="0">
                  <a:moveTo>
                    <a:pt x="298" y="1"/>
                  </a:moveTo>
                  <a:cubicBezTo>
                    <a:pt x="258" y="1"/>
                    <a:pt x="218" y="19"/>
                    <a:pt x="191" y="58"/>
                  </a:cubicBezTo>
                  <a:lnTo>
                    <a:pt x="49" y="225"/>
                  </a:lnTo>
                  <a:cubicBezTo>
                    <a:pt x="1" y="296"/>
                    <a:pt x="25" y="391"/>
                    <a:pt x="96" y="439"/>
                  </a:cubicBezTo>
                  <a:cubicBezTo>
                    <a:pt x="120" y="463"/>
                    <a:pt x="144" y="463"/>
                    <a:pt x="168" y="463"/>
                  </a:cubicBezTo>
                  <a:cubicBezTo>
                    <a:pt x="215" y="463"/>
                    <a:pt x="263" y="439"/>
                    <a:pt x="287" y="415"/>
                  </a:cubicBezTo>
                  <a:lnTo>
                    <a:pt x="430" y="225"/>
                  </a:lnTo>
                  <a:cubicBezTo>
                    <a:pt x="477" y="177"/>
                    <a:pt x="453" y="82"/>
                    <a:pt x="382" y="34"/>
                  </a:cubicBezTo>
                  <a:cubicBezTo>
                    <a:pt x="361" y="13"/>
                    <a:pt x="330" y="1"/>
                    <a:pt x="298" y="1"/>
                  </a:cubicBezTo>
                  <a:close/>
                </a:path>
              </a:pathLst>
            </a:custGeom>
            <a:solidFill>
              <a:srgbClr val="E4EAE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 sz="2400"/>
            </a:p>
          </p:txBody>
        </p:sp>
        <p:sp>
          <p:nvSpPr>
            <p:cNvPr id="86" name="Google Shape;2821;p94"/>
            <p:cNvSpPr/>
            <p:nvPr/>
          </p:nvSpPr>
          <p:spPr bwMode="auto">
            <a:xfrm>
              <a:off x="4271778" y="2333208"/>
              <a:ext cx="17661" cy="11490"/>
            </a:xfrm>
            <a:custGeom>
              <a:avLst/>
              <a:gdLst/>
              <a:ahLst/>
              <a:cxnLst/>
              <a:rect l="l" t="t" r="r" b="b"/>
              <a:pathLst>
                <a:path w="525" h="334" fill="norm" stroke="1" extrusionOk="0">
                  <a:moveTo>
                    <a:pt x="191" y="0"/>
                  </a:moveTo>
                  <a:cubicBezTo>
                    <a:pt x="96" y="0"/>
                    <a:pt x="24" y="48"/>
                    <a:pt x="24" y="119"/>
                  </a:cubicBezTo>
                  <a:cubicBezTo>
                    <a:pt x="1" y="215"/>
                    <a:pt x="48" y="286"/>
                    <a:pt x="143" y="286"/>
                  </a:cubicBezTo>
                  <a:lnTo>
                    <a:pt x="358" y="334"/>
                  </a:lnTo>
                  <a:lnTo>
                    <a:pt x="382" y="334"/>
                  </a:lnTo>
                  <a:cubicBezTo>
                    <a:pt x="453" y="334"/>
                    <a:pt x="501" y="286"/>
                    <a:pt x="525" y="215"/>
                  </a:cubicBezTo>
                  <a:cubicBezTo>
                    <a:pt x="525" y="119"/>
                    <a:pt x="477" y="48"/>
                    <a:pt x="405" y="48"/>
                  </a:cubicBezTo>
                  <a:lnTo>
                    <a:pt x="191" y="0"/>
                  </a:lnTo>
                  <a:close/>
                </a:path>
              </a:pathLst>
            </a:custGeom>
            <a:solidFill>
              <a:srgbClr val="E4EAE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 sz="2400"/>
            </a:p>
          </p:txBody>
        </p:sp>
        <p:sp>
          <p:nvSpPr>
            <p:cNvPr id="87" name="Google Shape;2822;p94"/>
            <p:cNvSpPr/>
            <p:nvPr/>
          </p:nvSpPr>
          <p:spPr bwMode="auto">
            <a:xfrm>
              <a:off x="4078718" y="2222819"/>
              <a:ext cx="340504" cy="339803"/>
            </a:xfrm>
            <a:custGeom>
              <a:avLst/>
              <a:gdLst/>
              <a:ahLst/>
              <a:cxnLst/>
              <a:rect l="l" t="t" r="r" b="b"/>
              <a:pathLst>
                <a:path w="10122" h="9878" fill="norm" stroke="1" extrusionOk="0">
                  <a:moveTo>
                    <a:pt x="4787" y="423"/>
                  </a:moveTo>
                  <a:lnTo>
                    <a:pt x="6168" y="994"/>
                  </a:lnTo>
                  <a:lnTo>
                    <a:pt x="5240" y="1376"/>
                  </a:lnTo>
                  <a:cubicBezTo>
                    <a:pt x="5233" y="1382"/>
                    <a:pt x="5226" y="1385"/>
                    <a:pt x="5219" y="1385"/>
                  </a:cubicBezTo>
                  <a:cubicBezTo>
                    <a:pt x="5202" y="1385"/>
                    <a:pt x="5185" y="1369"/>
                    <a:pt x="5168" y="1352"/>
                  </a:cubicBezTo>
                  <a:lnTo>
                    <a:pt x="4787" y="423"/>
                  </a:lnTo>
                  <a:close/>
                  <a:moveTo>
                    <a:pt x="8216" y="2066"/>
                  </a:moveTo>
                  <a:cubicBezTo>
                    <a:pt x="8264" y="2066"/>
                    <a:pt x="8312" y="2090"/>
                    <a:pt x="8312" y="2138"/>
                  </a:cubicBezTo>
                  <a:lnTo>
                    <a:pt x="8312" y="2566"/>
                  </a:lnTo>
                  <a:cubicBezTo>
                    <a:pt x="8312" y="2614"/>
                    <a:pt x="8264" y="2661"/>
                    <a:pt x="8216" y="2661"/>
                  </a:cubicBezTo>
                  <a:lnTo>
                    <a:pt x="7407" y="2661"/>
                  </a:lnTo>
                  <a:lnTo>
                    <a:pt x="7168" y="2066"/>
                  </a:lnTo>
                  <a:close/>
                  <a:moveTo>
                    <a:pt x="8788" y="1280"/>
                  </a:moveTo>
                  <a:cubicBezTo>
                    <a:pt x="8931" y="1280"/>
                    <a:pt x="9050" y="1399"/>
                    <a:pt x="9050" y="1542"/>
                  </a:cubicBezTo>
                  <a:lnTo>
                    <a:pt x="9050" y="3924"/>
                  </a:lnTo>
                  <a:lnTo>
                    <a:pt x="7954" y="3924"/>
                  </a:lnTo>
                  <a:lnTo>
                    <a:pt x="7550" y="2947"/>
                  </a:lnTo>
                  <a:lnTo>
                    <a:pt x="8216" y="2947"/>
                  </a:lnTo>
                  <a:cubicBezTo>
                    <a:pt x="8431" y="2947"/>
                    <a:pt x="8597" y="2781"/>
                    <a:pt x="8597" y="2566"/>
                  </a:cubicBezTo>
                  <a:lnTo>
                    <a:pt x="8597" y="2138"/>
                  </a:lnTo>
                  <a:cubicBezTo>
                    <a:pt x="8597" y="1923"/>
                    <a:pt x="8431" y="1757"/>
                    <a:pt x="8216" y="1757"/>
                  </a:cubicBezTo>
                  <a:lnTo>
                    <a:pt x="7049" y="1757"/>
                  </a:lnTo>
                  <a:lnTo>
                    <a:pt x="6835" y="1280"/>
                  </a:lnTo>
                  <a:close/>
                  <a:moveTo>
                    <a:pt x="4430" y="352"/>
                  </a:moveTo>
                  <a:lnTo>
                    <a:pt x="4906" y="1471"/>
                  </a:lnTo>
                  <a:cubicBezTo>
                    <a:pt x="4954" y="1614"/>
                    <a:pt x="5073" y="1685"/>
                    <a:pt x="5216" y="1685"/>
                  </a:cubicBezTo>
                  <a:cubicBezTo>
                    <a:pt x="5263" y="1685"/>
                    <a:pt x="5311" y="1685"/>
                    <a:pt x="5359" y="1661"/>
                  </a:cubicBezTo>
                  <a:lnTo>
                    <a:pt x="6478" y="1185"/>
                  </a:lnTo>
                  <a:lnTo>
                    <a:pt x="7621" y="3947"/>
                  </a:lnTo>
                  <a:lnTo>
                    <a:pt x="6907" y="3947"/>
                  </a:lnTo>
                  <a:cubicBezTo>
                    <a:pt x="6835" y="3947"/>
                    <a:pt x="6764" y="3995"/>
                    <a:pt x="6764" y="4090"/>
                  </a:cubicBezTo>
                  <a:cubicBezTo>
                    <a:pt x="6764" y="4162"/>
                    <a:pt x="6835" y="4233"/>
                    <a:pt x="6907" y="4233"/>
                  </a:cubicBezTo>
                  <a:lnTo>
                    <a:pt x="9574" y="4233"/>
                  </a:lnTo>
                  <a:cubicBezTo>
                    <a:pt x="9717" y="4233"/>
                    <a:pt x="9812" y="4352"/>
                    <a:pt x="9812" y="4471"/>
                  </a:cubicBezTo>
                  <a:lnTo>
                    <a:pt x="9812" y="8972"/>
                  </a:lnTo>
                  <a:cubicBezTo>
                    <a:pt x="9812" y="9330"/>
                    <a:pt x="9550" y="9591"/>
                    <a:pt x="9193" y="9591"/>
                  </a:cubicBezTo>
                  <a:lnTo>
                    <a:pt x="1596" y="9591"/>
                  </a:lnTo>
                  <a:cubicBezTo>
                    <a:pt x="1739" y="9425"/>
                    <a:pt x="1834" y="9210"/>
                    <a:pt x="1834" y="8972"/>
                  </a:cubicBezTo>
                  <a:lnTo>
                    <a:pt x="1834" y="7353"/>
                  </a:lnTo>
                  <a:cubicBezTo>
                    <a:pt x="1834" y="7281"/>
                    <a:pt x="1763" y="7210"/>
                    <a:pt x="1667" y="7210"/>
                  </a:cubicBezTo>
                  <a:cubicBezTo>
                    <a:pt x="1596" y="7210"/>
                    <a:pt x="1524" y="7281"/>
                    <a:pt x="1524" y="7353"/>
                  </a:cubicBezTo>
                  <a:lnTo>
                    <a:pt x="1524" y="8972"/>
                  </a:lnTo>
                  <a:cubicBezTo>
                    <a:pt x="1524" y="9330"/>
                    <a:pt x="1262" y="9591"/>
                    <a:pt x="905" y="9591"/>
                  </a:cubicBezTo>
                  <a:cubicBezTo>
                    <a:pt x="572" y="9591"/>
                    <a:pt x="286" y="9330"/>
                    <a:pt x="286" y="8972"/>
                  </a:cubicBezTo>
                  <a:lnTo>
                    <a:pt x="286" y="2590"/>
                  </a:lnTo>
                  <a:cubicBezTo>
                    <a:pt x="286" y="2447"/>
                    <a:pt x="405" y="2328"/>
                    <a:pt x="548" y="2328"/>
                  </a:cubicBezTo>
                  <a:lnTo>
                    <a:pt x="834" y="2328"/>
                  </a:lnTo>
                  <a:lnTo>
                    <a:pt x="1120" y="3066"/>
                  </a:lnTo>
                  <a:cubicBezTo>
                    <a:pt x="1155" y="3120"/>
                    <a:pt x="1204" y="3147"/>
                    <a:pt x="1257" y="3147"/>
                  </a:cubicBezTo>
                  <a:cubicBezTo>
                    <a:pt x="1274" y="3147"/>
                    <a:pt x="1292" y="3144"/>
                    <a:pt x="1310" y="3138"/>
                  </a:cubicBezTo>
                  <a:cubicBezTo>
                    <a:pt x="1382" y="3114"/>
                    <a:pt x="1429" y="3019"/>
                    <a:pt x="1405" y="2947"/>
                  </a:cubicBezTo>
                  <a:lnTo>
                    <a:pt x="953" y="1876"/>
                  </a:lnTo>
                  <a:cubicBezTo>
                    <a:pt x="929" y="1852"/>
                    <a:pt x="953" y="1804"/>
                    <a:pt x="977" y="1804"/>
                  </a:cubicBezTo>
                  <a:lnTo>
                    <a:pt x="4430" y="352"/>
                  </a:lnTo>
                  <a:close/>
                  <a:moveTo>
                    <a:pt x="4513" y="0"/>
                  </a:moveTo>
                  <a:cubicBezTo>
                    <a:pt x="4495" y="0"/>
                    <a:pt x="4477" y="6"/>
                    <a:pt x="4454" y="18"/>
                  </a:cubicBezTo>
                  <a:lnTo>
                    <a:pt x="858" y="1518"/>
                  </a:lnTo>
                  <a:cubicBezTo>
                    <a:pt x="691" y="1590"/>
                    <a:pt x="596" y="1804"/>
                    <a:pt x="667" y="1971"/>
                  </a:cubicBezTo>
                  <a:lnTo>
                    <a:pt x="691" y="2042"/>
                  </a:lnTo>
                  <a:lnTo>
                    <a:pt x="548" y="2042"/>
                  </a:lnTo>
                  <a:cubicBezTo>
                    <a:pt x="238" y="2042"/>
                    <a:pt x="0" y="2280"/>
                    <a:pt x="0" y="2590"/>
                  </a:cubicBezTo>
                  <a:lnTo>
                    <a:pt x="0" y="8972"/>
                  </a:lnTo>
                  <a:cubicBezTo>
                    <a:pt x="0" y="9472"/>
                    <a:pt x="405" y="9877"/>
                    <a:pt x="905" y="9877"/>
                  </a:cubicBezTo>
                  <a:lnTo>
                    <a:pt x="9193" y="9877"/>
                  </a:lnTo>
                  <a:cubicBezTo>
                    <a:pt x="9717" y="9877"/>
                    <a:pt x="10121" y="9472"/>
                    <a:pt x="10121" y="8972"/>
                  </a:cubicBezTo>
                  <a:lnTo>
                    <a:pt x="10121" y="4471"/>
                  </a:lnTo>
                  <a:cubicBezTo>
                    <a:pt x="10121" y="4162"/>
                    <a:pt x="9860" y="3924"/>
                    <a:pt x="9574" y="3924"/>
                  </a:cubicBezTo>
                  <a:lnTo>
                    <a:pt x="9336" y="3924"/>
                  </a:lnTo>
                  <a:lnTo>
                    <a:pt x="9336" y="1542"/>
                  </a:lnTo>
                  <a:cubicBezTo>
                    <a:pt x="9336" y="1233"/>
                    <a:pt x="9097" y="994"/>
                    <a:pt x="8788" y="994"/>
                  </a:cubicBezTo>
                  <a:lnTo>
                    <a:pt x="6716" y="994"/>
                  </a:lnTo>
                  <a:lnTo>
                    <a:pt x="6692" y="923"/>
                  </a:lnTo>
                  <a:cubicBezTo>
                    <a:pt x="6668" y="899"/>
                    <a:pt x="6645" y="852"/>
                    <a:pt x="6621" y="852"/>
                  </a:cubicBezTo>
                  <a:lnTo>
                    <a:pt x="4573" y="18"/>
                  </a:lnTo>
                  <a:cubicBezTo>
                    <a:pt x="4549" y="6"/>
                    <a:pt x="4531" y="0"/>
                    <a:pt x="4513" y="0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 sz="2400"/>
            </a:p>
          </p:txBody>
        </p:sp>
        <p:sp>
          <p:nvSpPr>
            <p:cNvPr id="88" name="Google Shape;2823;p94"/>
            <p:cNvSpPr/>
            <p:nvPr/>
          </p:nvSpPr>
          <p:spPr bwMode="auto">
            <a:xfrm>
              <a:off x="4123561" y="2296744"/>
              <a:ext cx="170689" cy="161818"/>
            </a:xfrm>
            <a:custGeom>
              <a:avLst/>
              <a:gdLst/>
              <a:ahLst/>
              <a:cxnLst/>
              <a:rect l="l" t="t" r="r" b="b"/>
              <a:pathLst>
                <a:path w="5074" h="4704" fill="norm" stroke="1" extrusionOk="0">
                  <a:moveTo>
                    <a:pt x="2760" y="301"/>
                  </a:moveTo>
                  <a:cubicBezTo>
                    <a:pt x="2892" y="301"/>
                    <a:pt x="3021" y="325"/>
                    <a:pt x="3144" y="370"/>
                  </a:cubicBezTo>
                  <a:cubicBezTo>
                    <a:pt x="3430" y="489"/>
                    <a:pt x="3645" y="703"/>
                    <a:pt x="3740" y="965"/>
                  </a:cubicBezTo>
                  <a:cubicBezTo>
                    <a:pt x="3859" y="1227"/>
                    <a:pt x="3859" y="1513"/>
                    <a:pt x="3764" y="1775"/>
                  </a:cubicBezTo>
                  <a:lnTo>
                    <a:pt x="3287" y="1775"/>
                  </a:lnTo>
                  <a:cubicBezTo>
                    <a:pt x="3335" y="1679"/>
                    <a:pt x="3359" y="1560"/>
                    <a:pt x="3311" y="1441"/>
                  </a:cubicBezTo>
                  <a:cubicBezTo>
                    <a:pt x="3264" y="1346"/>
                    <a:pt x="3168" y="1275"/>
                    <a:pt x="3073" y="1227"/>
                  </a:cubicBezTo>
                  <a:cubicBezTo>
                    <a:pt x="3025" y="1203"/>
                    <a:pt x="2972" y="1191"/>
                    <a:pt x="2918" y="1191"/>
                  </a:cubicBezTo>
                  <a:cubicBezTo>
                    <a:pt x="2865" y="1191"/>
                    <a:pt x="2811" y="1203"/>
                    <a:pt x="2763" y="1227"/>
                  </a:cubicBezTo>
                  <a:lnTo>
                    <a:pt x="2621" y="1298"/>
                  </a:lnTo>
                  <a:cubicBezTo>
                    <a:pt x="2607" y="1303"/>
                    <a:pt x="2594" y="1305"/>
                    <a:pt x="2581" y="1305"/>
                  </a:cubicBezTo>
                  <a:cubicBezTo>
                    <a:pt x="2524" y="1305"/>
                    <a:pt x="2473" y="1266"/>
                    <a:pt x="2454" y="1227"/>
                  </a:cubicBezTo>
                  <a:cubicBezTo>
                    <a:pt x="2430" y="1155"/>
                    <a:pt x="2478" y="1108"/>
                    <a:pt x="2525" y="1084"/>
                  </a:cubicBezTo>
                  <a:lnTo>
                    <a:pt x="2668" y="1013"/>
                  </a:lnTo>
                  <a:cubicBezTo>
                    <a:pt x="2692" y="1001"/>
                    <a:pt x="2710" y="995"/>
                    <a:pt x="2728" y="995"/>
                  </a:cubicBezTo>
                  <a:cubicBezTo>
                    <a:pt x="2746" y="995"/>
                    <a:pt x="2763" y="1001"/>
                    <a:pt x="2787" y="1013"/>
                  </a:cubicBezTo>
                  <a:cubicBezTo>
                    <a:pt x="2815" y="1031"/>
                    <a:pt x="2842" y="1039"/>
                    <a:pt x="2868" y="1039"/>
                  </a:cubicBezTo>
                  <a:cubicBezTo>
                    <a:pt x="2910" y="1039"/>
                    <a:pt x="2948" y="1018"/>
                    <a:pt x="2978" y="989"/>
                  </a:cubicBezTo>
                  <a:cubicBezTo>
                    <a:pt x="3025" y="917"/>
                    <a:pt x="3002" y="822"/>
                    <a:pt x="2954" y="774"/>
                  </a:cubicBezTo>
                  <a:cubicBezTo>
                    <a:pt x="2892" y="728"/>
                    <a:pt x="2821" y="702"/>
                    <a:pt x="2746" y="702"/>
                  </a:cubicBezTo>
                  <a:cubicBezTo>
                    <a:pt x="2705" y="702"/>
                    <a:pt x="2663" y="710"/>
                    <a:pt x="2621" y="727"/>
                  </a:cubicBezTo>
                  <a:lnTo>
                    <a:pt x="2597" y="679"/>
                  </a:lnTo>
                  <a:cubicBezTo>
                    <a:pt x="2577" y="620"/>
                    <a:pt x="2509" y="578"/>
                    <a:pt x="2446" y="578"/>
                  </a:cubicBezTo>
                  <a:cubicBezTo>
                    <a:pt x="2432" y="578"/>
                    <a:pt x="2419" y="580"/>
                    <a:pt x="2406" y="584"/>
                  </a:cubicBezTo>
                  <a:cubicBezTo>
                    <a:pt x="2335" y="632"/>
                    <a:pt x="2311" y="703"/>
                    <a:pt x="2335" y="774"/>
                  </a:cubicBezTo>
                  <a:lnTo>
                    <a:pt x="2359" y="822"/>
                  </a:lnTo>
                  <a:cubicBezTo>
                    <a:pt x="2192" y="941"/>
                    <a:pt x="2120" y="1155"/>
                    <a:pt x="2192" y="1346"/>
                  </a:cubicBezTo>
                  <a:cubicBezTo>
                    <a:pt x="2264" y="1490"/>
                    <a:pt x="2418" y="1594"/>
                    <a:pt x="2582" y="1594"/>
                  </a:cubicBezTo>
                  <a:cubicBezTo>
                    <a:pt x="2635" y="1594"/>
                    <a:pt x="2688" y="1583"/>
                    <a:pt x="2740" y="1560"/>
                  </a:cubicBezTo>
                  <a:lnTo>
                    <a:pt x="2882" y="1489"/>
                  </a:lnTo>
                  <a:lnTo>
                    <a:pt x="2978" y="1489"/>
                  </a:lnTo>
                  <a:cubicBezTo>
                    <a:pt x="3002" y="1513"/>
                    <a:pt x="3025" y="1537"/>
                    <a:pt x="3025" y="1560"/>
                  </a:cubicBezTo>
                  <a:cubicBezTo>
                    <a:pt x="3049" y="1608"/>
                    <a:pt x="3025" y="1679"/>
                    <a:pt x="2978" y="1703"/>
                  </a:cubicBezTo>
                  <a:lnTo>
                    <a:pt x="2811" y="1775"/>
                  </a:lnTo>
                  <a:lnTo>
                    <a:pt x="2763" y="1775"/>
                  </a:lnTo>
                  <a:cubicBezTo>
                    <a:pt x="2740" y="1775"/>
                    <a:pt x="2716" y="1775"/>
                    <a:pt x="2692" y="1751"/>
                  </a:cubicBezTo>
                  <a:cubicBezTo>
                    <a:pt x="2668" y="1715"/>
                    <a:pt x="2632" y="1697"/>
                    <a:pt x="2594" y="1697"/>
                  </a:cubicBezTo>
                  <a:cubicBezTo>
                    <a:pt x="2555" y="1697"/>
                    <a:pt x="2513" y="1715"/>
                    <a:pt x="2478" y="1751"/>
                  </a:cubicBezTo>
                  <a:cubicBezTo>
                    <a:pt x="2478" y="1751"/>
                    <a:pt x="2478" y="1775"/>
                    <a:pt x="2454" y="1775"/>
                  </a:cubicBezTo>
                  <a:lnTo>
                    <a:pt x="1739" y="1775"/>
                  </a:lnTo>
                  <a:cubicBezTo>
                    <a:pt x="1620" y="1513"/>
                    <a:pt x="1620" y="1227"/>
                    <a:pt x="1739" y="965"/>
                  </a:cubicBezTo>
                  <a:cubicBezTo>
                    <a:pt x="1835" y="703"/>
                    <a:pt x="2049" y="489"/>
                    <a:pt x="2311" y="393"/>
                  </a:cubicBezTo>
                  <a:cubicBezTo>
                    <a:pt x="2462" y="331"/>
                    <a:pt x="2613" y="301"/>
                    <a:pt x="2760" y="301"/>
                  </a:cubicBezTo>
                  <a:close/>
                  <a:moveTo>
                    <a:pt x="2740" y="0"/>
                  </a:moveTo>
                  <a:cubicBezTo>
                    <a:pt x="2561" y="0"/>
                    <a:pt x="2382" y="36"/>
                    <a:pt x="2216" y="108"/>
                  </a:cubicBezTo>
                  <a:cubicBezTo>
                    <a:pt x="1858" y="251"/>
                    <a:pt x="1596" y="512"/>
                    <a:pt x="1454" y="846"/>
                  </a:cubicBezTo>
                  <a:cubicBezTo>
                    <a:pt x="1335" y="1155"/>
                    <a:pt x="1311" y="1489"/>
                    <a:pt x="1406" y="1775"/>
                  </a:cubicBezTo>
                  <a:lnTo>
                    <a:pt x="739" y="1775"/>
                  </a:lnTo>
                  <a:cubicBezTo>
                    <a:pt x="644" y="1775"/>
                    <a:pt x="572" y="1798"/>
                    <a:pt x="501" y="1822"/>
                  </a:cubicBezTo>
                  <a:lnTo>
                    <a:pt x="311" y="1394"/>
                  </a:lnTo>
                  <a:cubicBezTo>
                    <a:pt x="293" y="1342"/>
                    <a:pt x="239" y="1303"/>
                    <a:pt x="183" y="1303"/>
                  </a:cubicBezTo>
                  <a:cubicBezTo>
                    <a:pt x="162" y="1303"/>
                    <a:pt x="140" y="1309"/>
                    <a:pt x="120" y="1322"/>
                  </a:cubicBezTo>
                  <a:cubicBezTo>
                    <a:pt x="49" y="1346"/>
                    <a:pt x="1" y="1441"/>
                    <a:pt x="49" y="1513"/>
                  </a:cubicBezTo>
                  <a:lnTo>
                    <a:pt x="263" y="2037"/>
                  </a:lnTo>
                  <a:cubicBezTo>
                    <a:pt x="215" y="2132"/>
                    <a:pt x="191" y="2227"/>
                    <a:pt x="191" y="2322"/>
                  </a:cubicBezTo>
                  <a:lnTo>
                    <a:pt x="191" y="4537"/>
                  </a:lnTo>
                  <a:cubicBezTo>
                    <a:pt x="191" y="4632"/>
                    <a:pt x="263" y="4704"/>
                    <a:pt x="334" y="4704"/>
                  </a:cubicBezTo>
                  <a:cubicBezTo>
                    <a:pt x="430" y="4704"/>
                    <a:pt x="501" y="4632"/>
                    <a:pt x="501" y="4537"/>
                  </a:cubicBezTo>
                  <a:lnTo>
                    <a:pt x="501" y="2322"/>
                  </a:lnTo>
                  <a:cubicBezTo>
                    <a:pt x="501" y="2179"/>
                    <a:pt x="596" y="2084"/>
                    <a:pt x="739" y="2084"/>
                  </a:cubicBezTo>
                  <a:lnTo>
                    <a:pt x="4907" y="2084"/>
                  </a:lnTo>
                  <a:cubicBezTo>
                    <a:pt x="5002" y="2084"/>
                    <a:pt x="5073" y="2013"/>
                    <a:pt x="5073" y="1918"/>
                  </a:cubicBezTo>
                  <a:cubicBezTo>
                    <a:pt x="5073" y="1846"/>
                    <a:pt x="5002" y="1775"/>
                    <a:pt x="4907" y="1775"/>
                  </a:cubicBezTo>
                  <a:lnTo>
                    <a:pt x="4073" y="1775"/>
                  </a:lnTo>
                  <a:cubicBezTo>
                    <a:pt x="4168" y="1465"/>
                    <a:pt x="4145" y="1155"/>
                    <a:pt x="4026" y="846"/>
                  </a:cubicBezTo>
                  <a:cubicBezTo>
                    <a:pt x="3883" y="512"/>
                    <a:pt x="3597" y="251"/>
                    <a:pt x="3264" y="108"/>
                  </a:cubicBezTo>
                  <a:cubicBezTo>
                    <a:pt x="3097" y="36"/>
                    <a:pt x="2918" y="0"/>
                    <a:pt x="2740" y="0"/>
                  </a:cubicBezTo>
                  <a:close/>
                </a:path>
              </a:pathLst>
            </a:custGeom>
            <a:solidFill>
              <a:srgbClr val="FD0C50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 sz="2400"/>
            </a:p>
          </p:txBody>
        </p:sp>
        <p:sp>
          <p:nvSpPr>
            <p:cNvPr id="89" name="Google Shape;2824;p94"/>
            <p:cNvSpPr/>
            <p:nvPr/>
          </p:nvSpPr>
          <p:spPr bwMode="auto">
            <a:xfrm>
              <a:off x="4130793" y="2276448"/>
              <a:ext cx="47298" cy="25662"/>
            </a:xfrm>
            <a:custGeom>
              <a:avLst/>
              <a:gdLst/>
              <a:ahLst/>
              <a:cxnLst/>
              <a:rect l="l" t="t" r="r" b="b"/>
              <a:pathLst>
                <a:path w="1406" h="746" fill="norm" stroke="1" extrusionOk="0">
                  <a:moveTo>
                    <a:pt x="1207" y="1"/>
                  </a:moveTo>
                  <a:cubicBezTo>
                    <a:pt x="1193" y="1"/>
                    <a:pt x="1180" y="3"/>
                    <a:pt x="1167" y="7"/>
                  </a:cubicBezTo>
                  <a:lnTo>
                    <a:pt x="119" y="460"/>
                  </a:lnTo>
                  <a:cubicBezTo>
                    <a:pt x="48" y="483"/>
                    <a:pt x="0" y="579"/>
                    <a:pt x="24" y="650"/>
                  </a:cubicBezTo>
                  <a:cubicBezTo>
                    <a:pt x="48" y="721"/>
                    <a:pt x="119" y="745"/>
                    <a:pt x="167" y="745"/>
                  </a:cubicBezTo>
                  <a:lnTo>
                    <a:pt x="215" y="745"/>
                  </a:lnTo>
                  <a:lnTo>
                    <a:pt x="1286" y="293"/>
                  </a:lnTo>
                  <a:cubicBezTo>
                    <a:pt x="1358" y="269"/>
                    <a:pt x="1405" y="174"/>
                    <a:pt x="1358" y="102"/>
                  </a:cubicBezTo>
                  <a:cubicBezTo>
                    <a:pt x="1338" y="44"/>
                    <a:pt x="1270" y="1"/>
                    <a:pt x="1207" y="1"/>
                  </a:cubicBezTo>
                  <a:close/>
                </a:path>
              </a:pathLst>
            </a:custGeom>
            <a:solidFill>
              <a:srgbClr val="E4EAE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 sz="2400"/>
            </a:p>
          </p:txBody>
        </p:sp>
        <p:sp>
          <p:nvSpPr>
            <p:cNvPr id="90" name="Google Shape;2825;p94"/>
            <p:cNvSpPr/>
            <p:nvPr/>
          </p:nvSpPr>
          <p:spPr bwMode="auto">
            <a:xfrm>
              <a:off x="4137992" y="2301423"/>
              <a:ext cx="25667" cy="16237"/>
            </a:xfrm>
            <a:custGeom>
              <a:avLst/>
              <a:gdLst/>
              <a:ahLst/>
              <a:cxnLst/>
              <a:rect l="l" t="t" r="r" b="b"/>
              <a:pathLst>
                <a:path w="763" h="472" fill="norm" stroke="1" extrusionOk="0">
                  <a:moveTo>
                    <a:pt x="599" y="0"/>
                  </a:moveTo>
                  <a:cubicBezTo>
                    <a:pt x="576" y="0"/>
                    <a:pt x="551" y="6"/>
                    <a:pt x="525" y="19"/>
                  </a:cubicBezTo>
                  <a:lnTo>
                    <a:pt x="96" y="186"/>
                  </a:lnTo>
                  <a:cubicBezTo>
                    <a:pt x="24" y="234"/>
                    <a:pt x="1" y="305"/>
                    <a:pt x="24" y="376"/>
                  </a:cubicBezTo>
                  <a:cubicBezTo>
                    <a:pt x="48" y="448"/>
                    <a:pt x="96" y="472"/>
                    <a:pt x="167" y="472"/>
                  </a:cubicBezTo>
                  <a:lnTo>
                    <a:pt x="215" y="472"/>
                  </a:lnTo>
                  <a:lnTo>
                    <a:pt x="644" y="281"/>
                  </a:lnTo>
                  <a:cubicBezTo>
                    <a:pt x="715" y="257"/>
                    <a:pt x="763" y="162"/>
                    <a:pt x="739" y="91"/>
                  </a:cubicBezTo>
                  <a:cubicBezTo>
                    <a:pt x="705" y="39"/>
                    <a:pt x="658" y="0"/>
                    <a:pt x="599" y="0"/>
                  </a:cubicBezTo>
                  <a:close/>
                </a:path>
              </a:pathLst>
            </a:custGeom>
            <a:solidFill>
              <a:srgbClr val="E4EAE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 sz="2400"/>
            </a:p>
          </p:txBody>
        </p:sp>
        <p:sp>
          <p:nvSpPr>
            <p:cNvPr id="91" name="Google Shape;2826;p94"/>
            <p:cNvSpPr/>
            <p:nvPr/>
          </p:nvSpPr>
          <p:spPr bwMode="auto">
            <a:xfrm>
              <a:off x="4161237" y="2507685"/>
              <a:ext cx="35288" cy="9873"/>
            </a:xfrm>
            <a:custGeom>
              <a:avLst/>
              <a:gdLst/>
              <a:ahLst/>
              <a:cxnLst/>
              <a:rect l="l" t="t" r="r" b="b"/>
              <a:pathLst>
                <a:path w="1049" h="287" fill="norm" stroke="1" extrusionOk="0">
                  <a:moveTo>
                    <a:pt x="143" y="1"/>
                  </a:moveTo>
                  <a:cubicBezTo>
                    <a:pt x="72" y="1"/>
                    <a:pt x="0" y="48"/>
                    <a:pt x="0" y="144"/>
                  </a:cubicBezTo>
                  <a:cubicBezTo>
                    <a:pt x="0" y="215"/>
                    <a:pt x="72" y="286"/>
                    <a:pt x="143" y="286"/>
                  </a:cubicBezTo>
                  <a:lnTo>
                    <a:pt x="905" y="286"/>
                  </a:lnTo>
                  <a:cubicBezTo>
                    <a:pt x="977" y="286"/>
                    <a:pt x="1048" y="215"/>
                    <a:pt x="1048" y="144"/>
                  </a:cubicBezTo>
                  <a:cubicBezTo>
                    <a:pt x="1048" y="48"/>
                    <a:pt x="977" y="1"/>
                    <a:pt x="905" y="1"/>
                  </a:cubicBezTo>
                  <a:close/>
                </a:path>
              </a:pathLst>
            </a:custGeom>
            <a:solidFill>
              <a:srgbClr val="E4EAE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 sz="2400"/>
            </a:p>
          </p:txBody>
        </p:sp>
        <p:sp>
          <p:nvSpPr>
            <p:cNvPr id="92" name="Google Shape;2827;p94"/>
            <p:cNvSpPr/>
            <p:nvPr/>
          </p:nvSpPr>
          <p:spPr bwMode="auto">
            <a:xfrm>
              <a:off x="4161237" y="2525711"/>
              <a:ext cx="81745" cy="10698"/>
            </a:xfrm>
            <a:custGeom>
              <a:avLst/>
              <a:gdLst/>
              <a:ahLst/>
              <a:cxnLst/>
              <a:rect l="l" t="t" r="r" b="b"/>
              <a:pathLst>
                <a:path w="2430" h="311" fill="norm" stroke="1" extrusionOk="0">
                  <a:moveTo>
                    <a:pt x="143" y="1"/>
                  </a:moveTo>
                  <a:cubicBezTo>
                    <a:pt x="72" y="1"/>
                    <a:pt x="0" y="72"/>
                    <a:pt x="0" y="143"/>
                  </a:cubicBezTo>
                  <a:cubicBezTo>
                    <a:pt x="0" y="239"/>
                    <a:pt x="72" y="310"/>
                    <a:pt x="143" y="310"/>
                  </a:cubicBezTo>
                  <a:lnTo>
                    <a:pt x="2286" y="310"/>
                  </a:lnTo>
                  <a:cubicBezTo>
                    <a:pt x="2358" y="310"/>
                    <a:pt x="2429" y="239"/>
                    <a:pt x="2429" y="143"/>
                  </a:cubicBezTo>
                  <a:cubicBezTo>
                    <a:pt x="2429" y="72"/>
                    <a:pt x="2358" y="1"/>
                    <a:pt x="2286" y="1"/>
                  </a:cubicBezTo>
                  <a:close/>
                </a:path>
              </a:pathLst>
            </a:custGeom>
            <a:solidFill>
              <a:srgbClr val="E4EAE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 sz="2400"/>
            </a:p>
          </p:txBody>
        </p:sp>
      </p:grpSp>
      <p:grpSp>
        <p:nvGrpSpPr>
          <p:cNvPr id="2009651113" name="Google Shape;2805;p94"/>
          <p:cNvGrpSpPr/>
          <p:nvPr/>
        </p:nvGrpSpPr>
        <p:grpSpPr bwMode="auto">
          <a:xfrm>
            <a:off x="9757324" y="1749715"/>
            <a:ext cx="738604" cy="694944"/>
            <a:chOff x="4754041" y="2231625"/>
            <a:chExt cx="340538" cy="322810"/>
          </a:xfrm>
        </p:grpSpPr>
        <p:sp>
          <p:nvSpPr>
            <p:cNvPr id="98" name="Google Shape;2806;p94"/>
            <p:cNvSpPr/>
            <p:nvPr/>
          </p:nvSpPr>
          <p:spPr bwMode="auto">
            <a:xfrm>
              <a:off x="4754041" y="2231625"/>
              <a:ext cx="340538" cy="322810"/>
            </a:xfrm>
            <a:custGeom>
              <a:avLst/>
              <a:gdLst/>
              <a:ahLst/>
              <a:cxnLst/>
              <a:rect l="l" t="t" r="r" b="b"/>
              <a:pathLst>
                <a:path w="10123" h="9384" fill="norm" stroke="1" extrusionOk="0">
                  <a:moveTo>
                    <a:pt x="5073" y="8550"/>
                  </a:moveTo>
                  <a:cubicBezTo>
                    <a:pt x="5216" y="8550"/>
                    <a:pt x="5335" y="8669"/>
                    <a:pt x="5335" y="8812"/>
                  </a:cubicBezTo>
                  <a:cubicBezTo>
                    <a:pt x="5335" y="8954"/>
                    <a:pt x="5216" y="9097"/>
                    <a:pt x="5073" y="9097"/>
                  </a:cubicBezTo>
                  <a:cubicBezTo>
                    <a:pt x="4907" y="9097"/>
                    <a:pt x="4788" y="8954"/>
                    <a:pt x="4788" y="8812"/>
                  </a:cubicBezTo>
                  <a:cubicBezTo>
                    <a:pt x="4788" y="8669"/>
                    <a:pt x="4907" y="8550"/>
                    <a:pt x="5073" y="8550"/>
                  </a:cubicBezTo>
                  <a:close/>
                  <a:moveTo>
                    <a:pt x="358" y="0"/>
                  </a:moveTo>
                  <a:cubicBezTo>
                    <a:pt x="168" y="0"/>
                    <a:pt x="1" y="167"/>
                    <a:pt x="1" y="357"/>
                  </a:cubicBezTo>
                  <a:lnTo>
                    <a:pt x="1" y="953"/>
                  </a:lnTo>
                  <a:cubicBezTo>
                    <a:pt x="1" y="1143"/>
                    <a:pt x="144" y="1286"/>
                    <a:pt x="334" y="1286"/>
                  </a:cubicBezTo>
                  <a:lnTo>
                    <a:pt x="334" y="5168"/>
                  </a:lnTo>
                  <a:cubicBezTo>
                    <a:pt x="334" y="5239"/>
                    <a:pt x="406" y="5311"/>
                    <a:pt x="477" y="5311"/>
                  </a:cubicBezTo>
                  <a:cubicBezTo>
                    <a:pt x="572" y="5311"/>
                    <a:pt x="644" y="5263"/>
                    <a:pt x="644" y="5168"/>
                  </a:cubicBezTo>
                  <a:lnTo>
                    <a:pt x="644" y="1286"/>
                  </a:lnTo>
                  <a:lnTo>
                    <a:pt x="7741" y="1286"/>
                  </a:lnTo>
                  <a:cubicBezTo>
                    <a:pt x="7812" y="1286"/>
                    <a:pt x="7884" y="1239"/>
                    <a:pt x="7884" y="1143"/>
                  </a:cubicBezTo>
                  <a:cubicBezTo>
                    <a:pt x="7884" y="1072"/>
                    <a:pt x="7812" y="1000"/>
                    <a:pt x="7741" y="1000"/>
                  </a:cubicBezTo>
                  <a:lnTo>
                    <a:pt x="358" y="1000"/>
                  </a:lnTo>
                  <a:cubicBezTo>
                    <a:pt x="334" y="1000"/>
                    <a:pt x="311" y="977"/>
                    <a:pt x="311" y="953"/>
                  </a:cubicBezTo>
                  <a:lnTo>
                    <a:pt x="311" y="357"/>
                  </a:lnTo>
                  <a:cubicBezTo>
                    <a:pt x="311" y="310"/>
                    <a:pt x="334" y="286"/>
                    <a:pt x="358" y="286"/>
                  </a:cubicBezTo>
                  <a:lnTo>
                    <a:pt x="9789" y="286"/>
                  </a:lnTo>
                  <a:cubicBezTo>
                    <a:pt x="9812" y="286"/>
                    <a:pt x="9836" y="334"/>
                    <a:pt x="9836" y="357"/>
                  </a:cubicBezTo>
                  <a:lnTo>
                    <a:pt x="9836" y="953"/>
                  </a:lnTo>
                  <a:cubicBezTo>
                    <a:pt x="9836" y="977"/>
                    <a:pt x="9812" y="1000"/>
                    <a:pt x="9789" y="1000"/>
                  </a:cubicBezTo>
                  <a:lnTo>
                    <a:pt x="8407" y="1000"/>
                  </a:lnTo>
                  <a:cubicBezTo>
                    <a:pt x="8312" y="1000"/>
                    <a:pt x="8241" y="1072"/>
                    <a:pt x="8241" y="1143"/>
                  </a:cubicBezTo>
                  <a:cubicBezTo>
                    <a:pt x="8241" y="1239"/>
                    <a:pt x="8312" y="1286"/>
                    <a:pt x="8407" y="1286"/>
                  </a:cubicBezTo>
                  <a:lnTo>
                    <a:pt x="9503" y="1286"/>
                  </a:lnTo>
                  <a:lnTo>
                    <a:pt x="9503" y="7335"/>
                  </a:lnTo>
                  <a:cubicBezTo>
                    <a:pt x="9503" y="7359"/>
                    <a:pt x="9479" y="7383"/>
                    <a:pt x="9455" y="7383"/>
                  </a:cubicBezTo>
                  <a:lnTo>
                    <a:pt x="692" y="7383"/>
                  </a:lnTo>
                  <a:cubicBezTo>
                    <a:pt x="668" y="7383"/>
                    <a:pt x="644" y="7359"/>
                    <a:pt x="644" y="7335"/>
                  </a:cubicBezTo>
                  <a:lnTo>
                    <a:pt x="644" y="5835"/>
                  </a:lnTo>
                  <a:cubicBezTo>
                    <a:pt x="644" y="5740"/>
                    <a:pt x="572" y="5692"/>
                    <a:pt x="477" y="5692"/>
                  </a:cubicBezTo>
                  <a:cubicBezTo>
                    <a:pt x="406" y="5692"/>
                    <a:pt x="334" y="5740"/>
                    <a:pt x="334" y="5835"/>
                  </a:cubicBezTo>
                  <a:lnTo>
                    <a:pt x="334" y="7335"/>
                  </a:lnTo>
                  <a:cubicBezTo>
                    <a:pt x="334" y="7526"/>
                    <a:pt x="501" y="7668"/>
                    <a:pt x="692" y="7668"/>
                  </a:cubicBezTo>
                  <a:lnTo>
                    <a:pt x="4907" y="7668"/>
                  </a:lnTo>
                  <a:lnTo>
                    <a:pt x="4907" y="8264"/>
                  </a:lnTo>
                  <a:cubicBezTo>
                    <a:pt x="4669" y="8335"/>
                    <a:pt x="4502" y="8550"/>
                    <a:pt x="4502" y="8812"/>
                  </a:cubicBezTo>
                  <a:cubicBezTo>
                    <a:pt x="4502" y="9121"/>
                    <a:pt x="4740" y="9383"/>
                    <a:pt x="5073" y="9383"/>
                  </a:cubicBezTo>
                  <a:cubicBezTo>
                    <a:pt x="5383" y="9383"/>
                    <a:pt x="5621" y="9121"/>
                    <a:pt x="5621" y="8812"/>
                  </a:cubicBezTo>
                  <a:cubicBezTo>
                    <a:pt x="5621" y="8550"/>
                    <a:pt x="5454" y="8335"/>
                    <a:pt x="5216" y="8264"/>
                  </a:cubicBezTo>
                  <a:lnTo>
                    <a:pt x="5216" y="7668"/>
                  </a:lnTo>
                  <a:lnTo>
                    <a:pt x="9431" y="7668"/>
                  </a:lnTo>
                  <a:cubicBezTo>
                    <a:pt x="9622" y="7668"/>
                    <a:pt x="9789" y="7526"/>
                    <a:pt x="9789" y="7335"/>
                  </a:cubicBezTo>
                  <a:lnTo>
                    <a:pt x="9789" y="1286"/>
                  </a:lnTo>
                  <a:cubicBezTo>
                    <a:pt x="9979" y="1286"/>
                    <a:pt x="10122" y="1143"/>
                    <a:pt x="10122" y="953"/>
                  </a:cubicBezTo>
                  <a:lnTo>
                    <a:pt x="10122" y="357"/>
                  </a:lnTo>
                  <a:cubicBezTo>
                    <a:pt x="10122" y="167"/>
                    <a:pt x="9979" y="0"/>
                    <a:pt x="9789" y="0"/>
                  </a:cubicBezTo>
                  <a:close/>
                </a:path>
              </a:pathLst>
            </a:custGeom>
            <a:solidFill>
              <a:srgbClr val="FD0C50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 sz="2400"/>
            </a:p>
          </p:txBody>
        </p:sp>
        <p:sp>
          <p:nvSpPr>
            <p:cNvPr id="99" name="Google Shape;2807;p94"/>
            <p:cNvSpPr/>
            <p:nvPr/>
          </p:nvSpPr>
          <p:spPr bwMode="auto">
            <a:xfrm>
              <a:off x="5011219" y="2437234"/>
              <a:ext cx="45683" cy="9873"/>
            </a:xfrm>
            <a:custGeom>
              <a:avLst/>
              <a:gdLst/>
              <a:ahLst/>
              <a:cxnLst/>
              <a:rect l="l" t="t" r="r" b="b"/>
              <a:pathLst>
                <a:path w="1358" h="287" fill="norm" stroke="1" extrusionOk="0">
                  <a:moveTo>
                    <a:pt x="167" y="1"/>
                  </a:moveTo>
                  <a:cubicBezTo>
                    <a:pt x="72" y="1"/>
                    <a:pt x="0" y="72"/>
                    <a:pt x="0" y="144"/>
                  </a:cubicBezTo>
                  <a:cubicBezTo>
                    <a:pt x="0" y="239"/>
                    <a:pt x="72" y="286"/>
                    <a:pt x="167" y="286"/>
                  </a:cubicBezTo>
                  <a:lnTo>
                    <a:pt x="1191" y="286"/>
                  </a:lnTo>
                  <a:cubicBezTo>
                    <a:pt x="1286" y="286"/>
                    <a:pt x="1358" y="239"/>
                    <a:pt x="1358" y="144"/>
                  </a:cubicBezTo>
                  <a:cubicBezTo>
                    <a:pt x="1334" y="72"/>
                    <a:pt x="1286" y="1"/>
                    <a:pt x="1191" y="1"/>
                  </a:cubicBezTo>
                  <a:close/>
                </a:path>
              </a:pathLst>
            </a:custGeom>
            <a:solidFill>
              <a:srgbClr val="E4EAE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 sz="2400"/>
            </a:p>
          </p:txBody>
        </p:sp>
        <p:sp>
          <p:nvSpPr>
            <p:cNvPr id="100" name="Google Shape;2808;p94"/>
            <p:cNvSpPr/>
            <p:nvPr/>
          </p:nvSpPr>
          <p:spPr bwMode="auto">
            <a:xfrm>
              <a:off x="4976772" y="2455259"/>
              <a:ext cx="80130" cy="10698"/>
            </a:xfrm>
            <a:custGeom>
              <a:avLst/>
              <a:gdLst/>
              <a:ahLst/>
              <a:cxnLst/>
              <a:rect l="l" t="t" r="r" b="b"/>
              <a:pathLst>
                <a:path w="2382" h="311" fill="norm" stroke="1" extrusionOk="0">
                  <a:moveTo>
                    <a:pt x="143" y="1"/>
                  </a:moveTo>
                  <a:cubicBezTo>
                    <a:pt x="72" y="1"/>
                    <a:pt x="0" y="72"/>
                    <a:pt x="0" y="143"/>
                  </a:cubicBezTo>
                  <a:cubicBezTo>
                    <a:pt x="0" y="239"/>
                    <a:pt x="72" y="310"/>
                    <a:pt x="143" y="310"/>
                  </a:cubicBezTo>
                  <a:lnTo>
                    <a:pt x="2215" y="310"/>
                  </a:lnTo>
                  <a:cubicBezTo>
                    <a:pt x="2310" y="310"/>
                    <a:pt x="2382" y="239"/>
                    <a:pt x="2382" y="143"/>
                  </a:cubicBezTo>
                  <a:cubicBezTo>
                    <a:pt x="2382" y="72"/>
                    <a:pt x="2310" y="1"/>
                    <a:pt x="2215" y="1"/>
                  </a:cubicBezTo>
                  <a:close/>
                </a:path>
              </a:pathLst>
            </a:custGeom>
            <a:solidFill>
              <a:srgbClr val="E4EAE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 sz="2400"/>
            </a:p>
          </p:txBody>
        </p:sp>
        <p:sp>
          <p:nvSpPr>
            <p:cNvPr id="101" name="Google Shape;2809;p94"/>
            <p:cNvSpPr/>
            <p:nvPr/>
          </p:nvSpPr>
          <p:spPr bwMode="auto">
            <a:xfrm>
              <a:off x="4976772" y="2302902"/>
              <a:ext cx="16854" cy="10664"/>
            </a:xfrm>
            <a:custGeom>
              <a:avLst/>
              <a:gdLst/>
              <a:ahLst/>
              <a:cxnLst/>
              <a:rect l="l" t="t" r="r" b="b"/>
              <a:pathLst>
                <a:path w="501" h="310" fill="norm" stroke="1" extrusionOk="0">
                  <a:moveTo>
                    <a:pt x="143" y="0"/>
                  </a:moveTo>
                  <a:cubicBezTo>
                    <a:pt x="72" y="0"/>
                    <a:pt x="0" y="72"/>
                    <a:pt x="0" y="143"/>
                  </a:cubicBezTo>
                  <a:cubicBezTo>
                    <a:pt x="0" y="238"/>
                    <a:pt x="72" y="310"/>
                    <a:pt x="143" y="310"/>
                  </a:cubicBezTo>
                  <a:lnTo>
                    <a:pt x="334" y="310"/>
                  </a:lnTo>
                  <a:cubicBezTo>
                    <a:pt x="429" y="310"/>
                    <a:pt x="500" y="238"/>
                    <a:pt x="500" y="143"/>
                  </a:cubicBezTo>
                  <a:cubicBezTo>
                    <a:pt x="500" y="72"/>
                    <a:pt x="429" y="0"/>
                    <a:pt x="334" y="0"/>
                  </a:cubicBezTo>
                  <a:close/>
                </a:path>
              </a:pathLst>
            </a:custGeom>
            <a:solidFill>
              <a:srgbClr val="E4EAE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 sz="2400"/>
            </a:p>
          </p:txBody>
        </p:sp>
        <p:sp>
          <p:nvSpPr>
            <p:cNvPr id="102" name="Google Shape;2810;p94"/>
            <p:cNvSpPr/>
            <p:nvPr/>
          </p:nvSpPr>
          <p:spPr bwMode="auto">
            <a:xfrm>
              <a:off x="5001598" y="2302902"/>
              <a:ext cx="55304" cy="10664"/>
            </a:xfrm>
            <a:custGeom>
              <a:avLst/>
              <a:gdLst/>
              <a:ahLst/>
              <a:cxnLst/>
              <a:rect l="l" t="t" r="r" b="b"/>
              <a:pathLst>
                <a:path w="1644" h="310" fill="norm" stroke="1" extrusionOk="0">
                  <a:moveTo>
                    <a:pt x="143" y="0"/>
                  </a:moveTo>
                  <a:cubicBezTo>
                    <a:pt x="72" y="0"/>
                    <a:pt x="1" y="72"/>
                    <a:pt x="1" y="143"/>
                  </a:cubicBezTo>
                  <a:cubicBezTo>
                    <a:pt x="1" y="238"/>
                    <a:pt x="72" y="310"/>
                    <a:pt x="143" y="310"/>
                  </a:cubicBezTo>
                  <a:lnTo>
                    <a:pt x="1477" y="310"/>
                  </a:lnTo>
                  <a:cubicBezTo>
                    <a:pt x="1572" y="310"/>
                    <a:pt x="1644" y="238"/>
                    <a:pt x="1644" y="143"/>
                  </a:cubicBezTo>
                  <a:cubicBezTo>
                    <a:pt x="1644" y="72"/>
                    <a:pt x="1572" y="0"/>
                    <a:pt x="1477" y="0"/>
                  </a:cubicBezTo>
                  <a:close/>
                </a:path>
              </a:pathLst>
            </a:custGeom>
            <a:solidFill>
              <a:srgbClr val="E4EAE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 sz="2400"/>
            </a:p>
          </p:txBody>
        </p:sp>
        <p:sp>
          <p:nvSpPr>
            <p:cNvPr id="103" name="Google Shape;2811;p94"/>
            <p:cNvSpPr/>
            <p:nvPr/>
          </p:nvSpPr>
          <p:spPr bwMode="auto">
            <a:xfrm>
              <a:off x="4976772" y="2321719"/>
              <a:ext cx="80130" cy="9873"/>
            </a:xfrm>
            <a:custGeom>
              <a:avLst/>
              <a:gdLst/>
              <a:ahLst/>
              <a:cxnLst/>
              <a:rect l="l" t="t" r="r" b="b"/>
              <a:pathLst>
                <a:path w="2382" h="287" fill="norm" stroke="1" extrusionOk="0">
                  <a:moveTo>
                    <a:pt x="143" y="1"/>
                  </a:moveTo>
                  <a:cubicBezTo>
                    <a:pt x="72" y="1"/>
                    <a:pt x="0" y="48"/>
                    <a:pt x="0" y="144"/>
                  </a:cubicBezTo>
                  <a:cubicBezTo>
                    <a:pt x="0" y="215"/>
                    <a:pt x="72" y="287"/>
                    <a:pt x="143" y="287"/>
                  </a:cubicBezTo>
                  <a:lnTo>
                    <a:pt x="2215" y="287"/>
                  </a:lnTo>
                  <a:cubicBezTo>
                    <a:pt x="2310" y="287"/>
                    <a:pt x="2382" y="215"/>
                    <a:pt x="2382" y="144"/>
                  </a:cubicBezTo>
                  <a:cubicBezTo>
                    <a:pt x="2382" y="48"/>
                    <a:pt x="2310" y="1"/>
                    <a:pt x="2215" y="1"/>
                  </a:cubicBezTo>
                  <a:close/>
                </a:path>
              </a:pathLst>
            </a:custGeom>
            <a:solidFill>
              <a:srgbClr val="E4EAE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 sz="2400"/>
            </a:p>
          </p:txBody>
        </p:sp>
        <p:sp>
          <p:nvSpPr>
            <p:cNvPr id="104" name="Google Shape;2812;p94"/>
            <p:cNvSpPr/>
            <p:nvPr/>
          </p:nvSpPr>
          <p:spPr bwMode="auto">
            <a:xfrm>
              <a:off x="4976772" y="2352025"/>
              <a:ext cx="80130" cy="65601"/>
            </a:xfrm>
            <a:custGeom>
              <a:avLst/>
              <a:gdLst/>
              <a:ahLst/>
              <a:cxnLst/>
              <a:rect l="l" t="t" r="r" b="b"/>
              <a:pathLst>
                <a:path w="2382" h="1907" fill="norm" stroke="1" extrusionOk="0">
                  <a:moveTo>
                    <a:pt x="143" y="1"/>
                  </a:moveTo>
                  <a:cubicBezTo>
                    <a:pt x="48" y="1"/>
                    <a:pt x="0" y="49"/>
                    <a:pt x="0" y="144"/>
                  </a:cubicBezTo>
                  <a:lnTo>
                    <a:pt x="0" y="1763"/>
                  </a:lnTo>
                  <a:cubicBezTo>
                    <a:pt x="0" y="1835"/>
                    <a:pt x="72" y="1906"/>
                    <a:pt x="143" y="1906"/>
                  </a:cubicBezTo>
                  <a:lnTo>
                    <a:pt x="2215" y="1906"/>
                  </a:lnTo>
                  <a:cubicBezTo>
                    <a:pt x="2310" y="1906"/>
                    <a:pt x="2382" y="1835"/>
                    <a:pt x="2382" y="1763"/>
                  </a:cubicBezTo>
                  <a:cubicBezTo>
                    <a:pt x="2382" y="1668"/>
                    <a:pt x="2310" y="1597"/>
                    <a:pt x="2215" y="1597"/>
                  </a:cubicBezTo>
                  <a:lnTo>
                    <a:pt x="1858" y="1597"/>
                  </a:lnTo>
                  <a:lnTo>
                    <a:pt x="1858" y="311"/>
                  </a:lnTo>
                  <a:cubicBezTo>
                    <a:pt x="1858" y="239"/>
                    <a:pt x="1786" y="168"/>
                    <a:pt x="1715" y="168"/>
                  </a:cubicBezTo>
                  <a:cubicBezTo>
                    <a:pt x="1644" y="168"/>
                    <a:pt x="1572" y="239"/>
                    <a:pt x="1572" y="311"/>
                  </a:cubicBezTo>
                  <a:lnTo>
                    <a:pt x="1572" y="1597"/>
                  </a:lnTo>
                  <a:lnTo>
                    <a:pt x="1334" y="1597"/>
                  </a:lnTo>
                  <a:lnTo>
                    <a:pt x="1334" y="1120"/>
                  </a:lnTo>
                  <a:cubicBezTo>
                    <a:pt x="1334" y="1049"/>
                    <a:pt x="1263" y="977"/>
                    <a:pt x="1191" y="977"/>
                  </a:cubicBezTo>
                  <a:cubicBezTo>
                    <a:pt x="1096" y="977"/>
                    <a:pt x="1024" y="1049"/>
                    <a:pt x="1024" y="1120"/>
                  </a:cubicBezTo>
                  <a:lnTo>
                    <a:pt x="1024" y="1597"/>
                  </a:lnTo>
                  <a:lnTo>
                    <a:pt x="786" y="1597"/>
                  </a:lnTo>
                  <a:lnTo>
                    <a:pt x="786" y="763"/>
                  </a:lnTo>
                  <a:cubicBezTo>
                    <a:pt x="786" y="668"/>
                    <a:pt x="739" y="596"/>
                    <a:pt x="643" y="596"/>
                  </a:cubicBezTo>
                  <a:cubicBezTo>
                    <a:pt x="572" y="596"/>
                    <a:pt x="500" y="668"/>
                    <a:pt x="500" y="763"/>
                  </a:cubicBezTo>
                  <a:lnTo>
                    <a:pt x="500" y="1597"/>
                  </a:lnTo>
                  <a:lnTo>
                    <a:pt x="286" y="1597"/>
                  </a:lnTo>
                  <a:lnTo>
                    <a:pt x="286" y="144"/>
                  </a:lnTo>
                  <a:cubicBezTo>
                    <a:pt x="286" y="72"/>
                    <a:pt x="215" y="1"/>
                    <a:pt x="143" y="1"/>
                  </a:cubicBezTo>
                  <a:close/>
                </a:path>
              </a:pathLst>
            </a:custGeom>
            <a:solidFill>
              <a:srgbClr val="E4EAE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 sz="2400"/>
            </a:p>
          </p:txBody>
        </p:sp>
        <p:sp>
          <p:nvSpPr>
            <p:cNvPr id="105" name="Google Shape;2813;p94"/>
            <p:cNvSpPr/>
            <p:nvPr/>
          </p:nvSpPr>
          <p:spPr bwMode="auto">
            <a:xfrm>
              <a:off x="4789296" y="2294680"/>
              <a:ext cx="168266" cy="172068"/>
            </a:xfrm>
            <a:custGeom>
              <a:avLst/>
              <a:gdLst/>
              <a:ahLst/>
              <a:cxnLst/>
              <a:rect l="l" t="t" r="r" b="b"/>
              <a:pathLst>
                <a:path w="5002" h="5002" fill="norm" stroke="1" extrusionOk="0">
                  <a:moveTo>
                    <a:pt x="2501" y="1215"/>
                  </a:moveTo>
                  <a:cubicBezTo>
                    <a:pt x="3216" y="1215"/>
                    <a:pt x="3811" y="1787"/>
                    <a:pt x="3811" y="2501"/>
                  </a:cubicBezTo>
                  <a:cubicBezTo>
                    <a:pt x="3811" y="3240"/>
                    <a:pt x="3216" y="3811"/>
                    <a:pt x="2501" y="3811"/>
                  </a:cubicBezTo>
                  <a:cubicBezTo>
                    <a:pt x="1787" y="3811"/>
                    <a:pt x="1215" y="3216"/>
                    <a:pt x="1215" y="2501"/>
                  </a:cubicBezTo>
                  <a:cubicBezTo>
                    <a:pt x="1215" y="1787"/>
                    <a:pt x="1787" y="1215"/>
                    <a:pt x="2501" y="1215"/>
                  </a:cubicBezTo>
                  <a:close/>
                  <a:moveTo>
                    <a:pt x="4692" y="2668"/>
                  </a:moveTo>
                  <a:cubicBezTo>
                    <a:pt x="4668" y="3121"/>
                    <a:pt x="4502" y="3549"/>
                    <a:pt x="4216" y="3883"/>
                  </a:cubicBezTo>
                  <a:lnTo>
                    <a:pt x="3787" y="3454"/>
                  </a:lnTo>
                  <a:cubicBezTo>
                    <a:pt x="3954" y="3216"/>
                    <a:pt x="4073" y="2954"/>
                    <a:pt x="4097" y="2668"/>
                  </a:cubicBezTo>
                  <a:close/>
                  <a:moveTo>
                    <a:pt x="2358" y="311"/>
                  </a:moveTo>
                  <a:lnTo>
                    <a:pt x="2358" y="930"/>
                  </a:lnTo>
                  <a:cubicBezTo>
                    <a:pt x="1549" y="1001"/>
                    <a:pt x="906" y="1692"/>
                    <a:pt x="906" y="2501"/>
                  </a:cubicBezTo>
                  <a:cubicBezTo>
                    <a:pt x="906" y="3383"/>
                    <a:pt x="1620" y="4097"/>
                    <a:pt x="2501" y="4097"/>
                  </a:cubicBezTo>
                  <a:cubicBezTo>
                    <a:pt x="2930" y="4097"/>
                    <a:pt x="3311" y="3954"/>
                    <a:pt x="3597" y="3668"/>
                  </a:cubicBezTo>
                  <a:cubicBezTo>
                    <a:pt x="3740" y="3811"/>
                    <a:pt x="3883" y="3954"/>
                    <a:pt x="4025" y="4097"/>
                  </a:cubicBezTo>
                  <a:cubicBezTo>
                    <a:pt x="3644" y="4478"/>
                    <a:pt x="3097" y="4716"/>
                    <a:pt x="2501" y="4716"/>
                  </a:cubicBezTo>
                  <a:cubicBezTo>
                    <a:pt x="1287" y="4716"/>
                    <a:pt x="310" y="3716"/>
                    <a:pt x="310" y="2501"/>
                  </a:cubicBezTo>
                  <a:cubicBezTo>
                    <a:pt x="310" y="1335"/>
                    <a:pt x="1215" y="382"/>
                    <a:pt x="2358" y="311"/>
                  </a:cubicBezTo>
                  <a:close/>
                  <a:moveTo>
                    <a:pt x="2501" y="1"/>
                  </a:moveTo>
                  <a:cubicBezTo>
                    <a:pt x="1120" y="1"/>
                    <a:pt x="1" y="1144"/>
                    <a:pt x="1" y="2501"/>
                  </a:cubicBezTo>
                  <a:cubicBezTo>
                    <a:pt x="1" y="3883"/>
                    <a:pt x="1120" y="5002"/>
                    <a:pt x="2501" y="5002"/>
                  </a:cubicBezTo>
                  <a:cubicBezTo>
                    <a:pt x="3883" y="5002"/>
                    <a:pt x="5002" y="3883"/>
                    <a:pt x="5002" y="2501"/>
                  </a:cubicBezTo>
                  <a:cubicBezTo>
                    <a:pt x="5002" y="1978"/>
                    <a:pt x="4835" y="1477"/>
                    <a:pt x="4526" y="1049"/>
                  </a:cubicBezTo>
                  <a:cubicBezTo>
                    <a:pt x="4499" y="1009"/>
                    <a:pt x="4459" y="992"/>
                    <a:pt x="4415" y="992"/>
                  </a:cubicBezTo>
                  <a:cubicBezTo>
                    <a:pt x="4380" y="992"/>
                    <a:pt x="4343" y="1004"/>
                    <a:pt x="4311" y="1025"/>
                  </a:cubicBezTo>
                  <a:cubicBezTo>
                    <a:pt x="4264" y="1073"/>
                    <a:pt x="4240" y="1144"/>
                    <a:pt x="4287" y="1215"/>
                  </a:cubicBezTo>
                  <a:cubicBezTo>
                    <a:pt x="4526" y="1549"/>
                    <a:pt x="4668" y="1954"/>
                    <a:pt x="4692" y="2359"/>
                  </a:cubicBezTo>
                  <a:lnTo>
                    <a:pt x="4097" y="2359"/>
                  </a:lnTo>
                  <a:cubicBezTo>
                    <a:pt x="4025" y="1597"/>
                    <a:pt x="3406" y="1001"/>
                    <a:pt x="2644" y="930"/>
                  </a:cubicBezTo>
                  <a:lnTo>
                    <a:pt x="2644" y="311"/>
                  </a:lnTo>
                  <a:cubicBezTo>
                    <a:pt x="3097" y="334"/>
                    <a:pt x="3501" y="501"/>
                    <a:pt x="3859" y="787"/>
                  </a:cubicBezTo>
                  <a:cubicBezTo>
                    <a:pt x="3886" y="805"/>
                    <a:pt x="3917" y="813"/>
                    <a:pt x="3947" y="813"/>
                  </a:cubicBezTo>
                  <a:cubicBezTo>
                    <a:pt x="3996" y="813"/>
                    <a:pt x="4044" y="792"/>
                    <a:pt x="4073" y="763"/>
                  </a:cubicBezTo>
                  <a:cubicBezTo>
                    <a:pt x="4121" y="692"/>
                    <a:pt x="4121" y="596"/>
                    <a:pt x="4049" y="549"/>
                  </a:cubicBezTo>
                  <a:cubicBezTo>
                    <a:pt x="3597" y="191"/>
                    <a:pt x="3073" y="1"/>
                    <a:pt x="2501" y="1"/>
                  </a:cubicBezTo>
                  <a:close/>
                </a:path>
              </a:pathLst>
            </a:custGeom>
            <a:solidFill>
              <a:srgbClr val="E4EAE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 sz="2400"/>
            </a:p>
          </p:txBody>
        </p:sp>
        <p:sp>
          <p:nvSpPr>
            <p:cNvPr id="106" name="Google Shape;2814;p94"/>
            <p:cNvSpPr/>
            <p:nvPr/>
          </p:nvSpPr>
          <p:spPr bwMode="auto">
            <a:xfrm>
              <a:off x="4794107" y="2453402"/>
              <a:ext cx="24086" cy="17475"/>
            </a:xfrm>
            <a:custGeom>
              <a:avLst/>
              <a:gdLst/>
              <a:ahLst/>
              <a:cxnLst/>
              <a:rect l="l" t="t" r="r" b="b"/>
              <a:pathLst>
                <a:path w="716" h="508" fill="norm" stroke="1" extrusionOk="0">
                  <a:moveTo>
                    <a:pt x="167" y="1"/>
                  </a:moveTo>
                  <a:cubicBezTo>
                    <a:pt x="132" y="1"/>
                    <a:pt x="96" y="19"/>
                    <a:pt x="72" y="55"/>
                  </a:cubicBezTo>
                  <a:cubicBezTo>
                    <a:pt x="1" y="102"/>
                    <a:pt x="1" y="197"/>
                    <a:pt x="72" y="245"/>
                  </a:cubicBezTo>
                  <a:lnTo>
                    <a:pt x="263" y="459"/>
                  </a:lnTo>
                  <a:cubicBezTo>
                    <a:pt x="286" y="483"/>
                    <a:pt x="334" y="507"/>
                    <a:pt x="358" y="507"/>
                  </a:cubicBezTo>
                  <a:cubicBezTo>
                    <a:pt x="405" y="507"/>
                    <a:pt x="429" y="483"/>
                    <a:pt x="477" y="459"/>
                  </a:cubicBezTo>
                  <a:lnTo>
                    <a:pt x="667" y="245"/>
                  </a:lnTo>
                  <a:cubicBezTo>
                    <a:pt x="715" y="197"/>
                    <a:pt x="715" y="102"/>
                    <a:pt x="667" y="55"/>
                  </a:cubicBezTo>
                  <a:cubicBezTo>
                    <a:pt x="632" y="19"/>
                    <a:pt x="590" y="1"/>
                    <a:pt x="551" y="1"/>
                  </a:cubicBezTo>
                  <a:cubicBezTo>
                    <a:pt x="513" y="1"/>
                    <a:pt x="477" y="19"/>
                    <a:pt x="453" y="55"/>
                  </a:cubicBezTo>
                  <a:lnTo>
                    <a:pt x="358" y="150"/>
                  </a:lnTo>
                  <a:lnTo>
                    <a:pt x="263" y="55"/>
                  </a:lnTo>
                  <a:cubicBezTo>
                    <a:pt x="239" y="19"/>
                    <a:pt x="203" y="1"/>
                    <a:pt x="167" y="1"/>
                  </a:cubicBezTo>
                  <a:close/>
                </a:path>
              </a:pathLst>
            </a:custGeom>
            <a:solidFill>
              <a:srgbClr val="E4EAE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 sz="2400"/>
            </a:p>
          </p:txBody>
        </p:sp>
        <p:sp>
          <p:nvSpPr>
            <p:cNvPr id="107" name="Google Shape;2815;p94"/>
            <p:cNvSpPr/>
            <p:nvPr/>
          </p:nvSpPr>
          <p:spPr bwMode="auto">
            <a:xfrm>
              <a:off x="4883051" y="2382744"/>
              <a:ext cx="24052" cy="16856"/>
            </a:xfrm>
            <a:custGeom>
              <a:avLst/>
              <a:gdLst/>
              <a:ahLst/>
              <a:cxnLst/>
              <a:rect l="l" t="t" r="r" b="b"/>
              <a:pathLst>
                <a:path w="715" h="490" fill="norm" stroke="1" extrusionOk="0">
                  <a:moveTo>
                    <a:pt x="164" y="1"/>
                  </a:moveTo>
                  <a:cubicBezTo>
                    <a:pt x="125" y="1"/>
                    <a:pt x="83" y="13"/>
                    <a:pt x="48" y="37"/>
                  </a:cubicBezTo>
                  <a:cubicBezTo>
                    <a:pt x="0" y="84"/>
                    <a:pt x="0" y="180"/>
                    <a:pt x="48" y="251"/>
                  </a:cubicBezTo>
                  <a:lnTo>
                    <a:pt x="238" y="442"/>
                  </a:lnTo>
                  <a:cubicBezTo>
                    <a:pt x="286" y="465"/>
                    <a:pt x="310" y="489"/>
                    <a:pt x="357" y="489"/>
                  </a:cubicBezTo>
                  <a:cubicBezTo>
                    <a:pt x="381" y="489"/>
                    <a:pt x="429" y="465"/>
                    <a:pt x="453" y="442"/>
                  </a:cubicBezTo>
                  <a:lnTo>
                    <a:pt x="667" y="251"/>
                  </a:lnTo>
                  <a:cubicBezTo>
                    <a:pt x="714" y="180"/>
                    <a:pt x="714" y="84"/>
                    <a:pt x="667" y="37"/>
                  </a:cubicBezTo>
                  <a:cubicBezTo>
                    <a:pt x="631" y="13"/>
                    <a:pt x="589" y="1"/>
                    <a:pt x="551" y="1"/>
                  </a:cubicBezTo>
                  <a:cubicBezTo>
                    <a:pt x="512" y="1"/>
                    <a:pt x="476" y="13"/>
                    <a:pt x="453" y="37"/>
                  </a:cubicBezTo>
                  <a:lnTo>
                    <a:pt x="357" y="132"/>
                  </a:lnTo>
                  <a:lnTo>
                    <a:pt x="262" y="37"/>
                  </a:lnTo>
                  <a:cubicBezTo>
                    <a:pt x="238" y="13"/>
                    <a:pt x="202" y="1"/>
                    <a:pt x="164" y="1"/>
                  </a:cubicBezTo>
                  <a:close/>
                </a:path>
              </a:pathLst>
            </a:custGeom>
            <a:solidFill>
              <a:srgbClr val="E4EAE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 sz="2400"/>
            </a:p>
          </p:txBody>
        </p:sp>
        <p:sp>
          <p:nvSpPr>
            <p:cNvPr id="108" name="Google Shape;2816;p94"/>
            <p:cNvSpPr/>
            <p:nvPr/>
          </p:nvSpPr>
          <p:spPr bwMode="auto">
            <a:xfrm>
              <a:off x="4935899" y="2304106"/>
              <a:ext cx="24086" cy="16856"/>
            </a:xfrm>
            <a:custGeom>
              <a:avLst/>
              <a:gdLst/>
              <a:ahLst/>
              <a:cxnLst/>
              <a:rect l="l" t="t" r="r" b="b"/>
              <a:pathLst>
                <a:path w="716" h="490" fill="norm" stroke="1" extrusionOk="0">
                  <a:moveTo>
                    <a:pt x="168" y="1"/>
                  </a:moveTo>
                  <a:cubicBezTo>
                    <a:pt x="132" y="1"/>
                    <a:pt x="96" y="13"/>
                    <a:pt x="72" y="37"/>
                  </a:cubicBezTo>
                  <a:cubicBezTo>
                    <a:pt x="1" y="84"/>
                    <a:pt x="1" y="179"/>
                    <a:pt x="72" y="251"/>
                  </a:cubicBezTo>
                  <a:lnTo>
                    <a:pt x="263" y="441"/>
                  </a:lnTo>
                  <a:cubicBezTo>
                    <a:pt x="287" y="465"/>
                    <a:pt x="310" y="489"/>
                    <a:pt x="358" y="489"/>
                  </a:cubicBezTo>
                  <a:cubicBezTo>
                    <a:pt x="406" y="489"/>
                    <a:pt x="429" y="465"/>
                    <a:pt x="453" y="441"/>
                  </a:cubicBezTo>
                  <a:lnTo>
                    <a:pt x="668" y="251"/>
                  </a:lnTo>
                  <a:cubicBezTo>
                    <a:pt x="715" y="179"/>
                    <a:pt x="715" y="84"/>
                    <a:pt x="668" y="37"/>
                  </a:cubicBezTo>
                  <a:cubicBezTo>
                    <a:pt x="632" y="13"/>
                    <a:pt x="590" y="1"/>
                    <a:pt x="552" y="1"/>
                  </a:cubicBezTo>
                  <a:cubicBezTo>
                    <a:pt x="513" y="1"/>
                    <a:pt x="477" y="13"/>
                    <a:pt x="453" y="37"/>
                  </a:cubicBezTo>
                  <a:lnTo>
                    <a:pt x="358" y="132"/>
                  </a:lnTo>
                  <a:lnTo>
                    <a:pt x="263" y="37"/>
                  </a:lnTo>
                  <a:cubicBezTo>
                    <a:pt x="239" y="13"/>
                    <a:pt x="203" y="1"/>
                    <a:pt x="168" y="1"/>
                  </a:cubicBezTo>
                  <a:close/>
                </a:path>
              </a:pathLst>
            </a:custGeom>
            <a:solidFill>
              <a:srgbClr val="E4EAE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 sz="2400"/>
            </a:p>
          </p:txBody>
        </p:sp>
      </p:grpSp>
      <p:sp>
        <p:nvSpPr>
          <p:cNvPr id="810204032" name="Скругленный прямоугольник 17"/>
          <p:cNvSpPr/>
          <p:nvPr/>
        </p:nvSpPr>
        <p:spPr bwMode="auto">
          <a:xfrm>
            <a:off x="9337010" y="1396603"/>
            <a:ext cx="1504594" cy="1401168"/>
          </a:xfrm>
          <a:prstGeom prst="roundRect">
            <a:avLst>
              <a:gd name="adj" fmla="val 16667"/>
            </a:avLst>
          </a:prstGeom>
          <a:noFill/>
          <a:ln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t"/>
          <a:lstStyle/>
          <a:p>
            <a:pPr algn="ctr">
              <a:defRPr/>
            </a:pPr>
            <a:endParaRPr lang="ru-RU" b="1">
              <a:solidFill>
                <a:schemeClr val="accent2"/>
              </a:solidFill>
            </a:endParaRPr>
          </a:p>
        </p:txBody>
      </p:sp>
      <p:sp>
        <p:nvSpPr>
          <p:cNvPr id="1394373755" name="Заголовок 13"/>
          <p:cNvSpPr>
            <a:spLocks noGrp="1"/>
          </p:cNvSpPr>
          <p:nvPr>
            <p:ph type="title"/>
          </p:nvPr>
        </p:nvSpPr>
        <p:spPr bwMode="auto">
          <a:xfrm>
            <a:off x="525817" y="421226"/>
            <a:ext cx="9862734" cy="376138"/>
          </a:xfrm>
        </p:spPr>
        <p:txBody>
          <a:bodyPr wrap="square"/>
          <a:lstStyle/>
          <a:p>
            <a:pPr marL="0" indent="0">
              <a:defRPr/>
              <a:spcAft>
                <a:spcPts val="400"/>
              </a:spcAft>
              <a:buNone/>
            </a:pPr>
            <a:r>
              <a:rPr sz="1600" b="1" i="0">
                <a:solidFill>
                  <a:srgbClr val="FFFFFF"/>
                </a:solidFill>
                <a:latin typeface="Montserrat"/>
              </a:rPr>
              <a:t>ПЛАНЫ</a:t>
            </a:r>
            <a:endParaRPr lang="ru-RU"/>
          </a:p>
        </p:txBody>
      </p:sp>
      <p:cxnSp>
        <p:nvCxnSpPr>
          <p:cNvPr id="826916080" name="Google Shape;2799;p94"/>
          <p:cNvCxnSpPr/>
          <p:nvPr/>
        </p:nvCxnSpPr>
        <p:spPr bwMode="auto">
          <a:xfrm flipV="1">
            <a:off x="6843165" y="2119165"/>
            <a:ext cx="2489934" cy="12489"/>
          </a:xfrm>
          <a:prstGeom prst="straightConnector1">
            <a:avLst/>
          </a:prstGeom>
          <a:ln w="12700"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theme/theme1.xml><?xml version="1.0" encoding="utf-8"?>
<a:theme xmlns:a="http://schemas.openxmlformats.org/drawingml/2006/main" xmlns:r="http://schemas.openxmlformats.org/officeDocument/2006/relationships" xmlns:p="http://schemas.openxmlformats.org/presentationml/2006/main" name="Для Академия инноваторов 16_9">
  <a:themeElements>
    <a:clrScheme name="Пользовательские 2">
      <a:dk1>
        <a:srgbClr val="000000"/>
      </a:dk1>
      <a:lt1>
        <a:srgbClr val="FFFFFF"/>
      </a:lt1>
      <a:dk2>
        <a:srgbClr val="1C1D22"/>
      </a:dk2>
      <a:lt2>
        <a:srgbClr val="E5E7E9"/>
      </a:lt2>
      <a:accent1>
        <a:srgbClr val="FF0053"/>
      </a:accent1>
      <a:accent2>
        <a:srgbClr val="FFD6E3"/>
      </a:accent2>
      <a:accent3>
        <a:srgbClr val="FC3777"/>
      </a:accent3>
      <a:accent4>
        <a:srgbClr val="8A83D1"/>
      </a:accent4>
      <a:accent5>
        <a:srgbClr val="520977"/>
      </a:accent5>
      <a:accent6>
        <a:srgbClr val="2D1451"/>
      </a:accent6>
      <a:hlink>
        <a:srgbClr val="FF0053"/>
      </a:hlink>
      <a:folHlink>
        <a:srgbClr val="5D2B84"/>
      </a:folHlink>
    </a:clrScheme>
    <a:fontScheme name="Лидеры цифровой трансформации">
      <a:majorFont>
        <a:latin typeface="Montserrat"/>
        <a:ea typeface="Arial"/>
        <a:cs typeface="Arial"/>
      </a:majorFont>
      <a:minorFont>
        <a:latin typeface="Montserrat"/>
        <a:ea typeface="Arial"/>
        <a:cs typeface="Arial"/>
      </a:minorFont>
    </a:fontScheme>
    <a:fmtScheme name="Стандартная">
      <a:fillStyleLst>
        <a:solidFill>
          <a:schemeClr val="phClr"/>
        </a:solidFill>
        <a:gradFill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spDef>
      <a:spPr bwMode="auto">
        <a:prstGeom prst="rect">
          <a:avLst/>
        </a:prstGeom>
        <a:solidFill>
          <a:schemeClr val="bg1">
            <a:alpha val="0"/>
          </a:schemeClr>
        </a:solidFill>
        <a:ln w="19050">
          <a:solidFill>
            <a:schemeClr val="bg1">
              <a:alpha val="47000"/>
            </a:schemeClr>
          </a:solidFill>
        </a:ln>
      </a:spPr>
      <a:bodyPr/>
      <a:lstStyle/>
      <a:style>
        <a:lnRef idx="2">
          <a:schemeClr val="accent1">
            <a:shade val="15000"/>
          </a:schemeClr>
        </a:lnRef>
        <a:fillRef idx="1">
          <a:schemeClr val="accent1"/>
        </a:fillRef>
        <a:effectRef idx="0">
          <a:schemeClr val="accent1"/>
        </a:effectRef>
        <a:fontRef idx="minor">
          <a:schemeClr val="lt1"/>
        </a:fontRef>
      </a:style>
    </a:spDef>
  </a:objectDefaults>
</a:theme>
</file>

<file path=ppt/theme/theme2.xml><?xml version="1.0" encoding="utf-8"?>
<a:theme xmlns:a="http://schemas.openxmlformats.org/drawingml/2006/main" xmlns:r="http://schemas.openxmlformats.org/officeDocument/2006/relationships" xmlns:p="http://schemas.openxmlformats.org/presentationml/2006/main" name="Тема Office">
  <a:themeElements>
    <a:clrScheme name="Стандартная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Стандартная">
      <a:majorFont>
        <a:latin typeface="Calibri Light"/>
        <a:ea typeface="Arial"/>
        <a:cs typeface="Arial"/>
      </a:majorFont>
      <a:minorFont>
        <a:latin typeface="Calibri"/>
        <a:ea typeface="Arial"/>
        <a:cs typeface="Arial"/>
      </a:minorFont>
    </a:fontScheme>
    <a:fmtScheme name="Стандартная">
      <a:fillStyleLst>
        <a:solidFill>
          <a:schemeClr val="phClr"/>
        </a:solidFill>
        <a:gradFill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0</TotalTime>
  <Words>0</Words>
  <Application>onlyoffice/9.2.1.1</Application>
  <PresentationFormat>On-screen Show (4:3)</PresentationFormat>
  <Paragraphs>0</Paragraphs>
  <Slides>37</Slides>
  <Notes>37</Notes>
  <HiddenSlides>0</HiddenSlides>
  <MMClips>2</MMClips>
  <ScaleCrop>0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37</vt:i4>
      </vt:variant>
    </vt:vector>
  </HeadingPairs>
  <TitlesOfParts>
    <vt:vector size="38" baseType="lpstr">
      <vt:lpstr>Theme 1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  <vt:lpstr>Slide 37</vt:lpstr>
    </vt:vector>
  </TitlesOfParts>
  <LinksUpToDate>0</LinksUpToDate>
  <SharedDoc>0</SharedDoc>
  <HyperlinksChanged>0</HyperlinksChanged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Презентация PowerPoint</dc:title>
  <dc:creator>Анастасия Юшкова</dc:creator>
  <cp:lastModifiedBy>Аноним</cp:lastModifiedBy>
  <cp:revision>96</cp:revision>
  <dcterms:created xsi:type="dcterms:W3CDTF">2023-05-15T07:36:23Z</dcterms:created>
  <dcterms:modified xsi:type="dcterms:W3CDTF">2026-09-29T17:41:59Z</dcterms:modified>
</cp:coreProperties>
</file>